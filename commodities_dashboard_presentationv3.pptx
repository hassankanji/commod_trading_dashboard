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 id="2147483783" r:id="rId5"/>
  </p:sldMasterIdLst>
  <p:notesMasterIdLst>
    <p:notesMasterId r:id="rId16"/>
  </p:notesMasterIdLst>
  <p:handoutMasterIdLst>
    <p:handoutMasterId r:id="rId17"/>
  </p:handoutMasterIdLst>
  <p:sldIdLst>
    <p:sldId id="256" r:id="rId6"/>
    <p:sldId id="257" r:id="rId7"/>
    <p:sldId id="258" r:id="rId8"/>
    <p:sldId id="268" r:id="rId9"/>
    <p:sldId id="260" r:id="rId10"/>
    <p:sldId id="261" r:id="rId11"/>
    <p:sldId id="262" r:id="rId12"/>
    <p:sldId id="269" r:id="rId13"/>
    <p:sldId id="264"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F33A27E-E744-4563-92A6-C16105538279}">
          <p14:sldIdLst>
            <p14:sldId id="256"/>
          </p14:sldIdLst>
        </p14:section>
        <p14:section name="Important instructions" id="{BB0CABF8-CD7D-4027-A9F5-982E53C024A3}">
          <p14:sldIdLst>
            <p14:sldId id="257"/>
            <p14:sldId id="258"/>
            <p14:sldId id="268"/>
          </p14:sldIdLst>
        </p14:section>
        <p14:section name="Cover slide templates" id="{EE693837-831D-4429-A424-338D952379F6}">
          <p14:sldIdLst>
            <p14:sldId id="260"/>
            <p14:sldId id="261"/>
            <p14:sldId id="262"/>
            <p14:sldId id="269"/>
          </p14:sldIdLst>
        </p14:section>
        <p14:section name="Divider &amp; statement slide templates" id="{9B8C2ADF-4B6B-40B4-9669-C65F9637FE89}">
          <p14:sldIdLst>
            <p14:sldId id="264"/>
          </p14:sldIdLst>
        </p14:section>
        <p14:section name="Content slide templates" id="{09BCFD45-5E17-436B-8B58-2EDFA687A631}">
          <p14:sldIdLst>
            <p14:sldId id="265"/>
          </p14:sldIdLst>
        </p14:section>
        <p14:section name="Chart &amp; diagram examples" id="{53373A09-C031-453E-ABC0-D90BCD94EA63}">
          <p14:sldIdLst/>
        </p14:section>
        <p14:section name="Hero icon examples" id="{5E4BEC85-FF1A-4280-AB18-7A610394CA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73EA"/>
    <a:srgbClr val="001E8C"/>
    <a:srgbClr val="F3F7F9"/>
    <a:srgbClr val="E3EAEF"/>
    <a:srgbClr val="5253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B4F481-C456-4F38-A4B6-3BA841539362}" v="375" dt="2025-06-26T05:11:34.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36" y="28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7B230D-0FB8-F84C-BACD-E9C299B3C6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BF73E9-BABE-208C-7E6F-2DC7D5CBDF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BCED1B-F772-4BD3-A098-22A69C6366BA}" type="datetimeFigureOut">
              <a:rPr lang="en-US" smtClean="0"/>
              <a:t>8/9/2026</a:t>
            </a:fld>
            <a:endParaRPr lang="en-US"/>
          </a:p>
        </p:txBody>
      </p:sp>
      <p:sp>
        <p:nvSpPr>
          <p:cNvPr id="4" name="Footer Placeholder 3">
            <a:extLst>
              <a:ext uri="{FF2B5EF4-FFF2-40B4-BE49-F238E27FC236}">
                <a16:creationId xmlns:a16="http://schemas.microsoft.com/office/drawing/2014/main" id="{6C5C05B6-4FC4-0BFE-9C04-B9BC41D7EF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2541BB-C80E-5994-4453-4C8DD34F640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F06152-C27A-49BA-9791-A603DC49FDCF}" type="slidenum">
              <a:rPr lang="en-US" smtClean="0"/>
              <a:t>‹#›</a:t>
            </a:fld>
            <a:endParaRPr lang="en-US"/>
          </a:p>
        </p:txBody>
      </p:sp>
    </p:spTree>
    <p:extLst>
      <p:ext uri="{BB962C8B-B14F-4D97-AF65-F5344CB8AC3E}">
        <p14:creationId xmlns:p14="http://schemas.microsoft.com/office/powerpoint/2010/main" val="63343961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158BE9-310C-45DD-923D-5D377829BE1B}" type="datetimeFigureOut">
              <a:rPr lang="en-US" smtClean="0"/>
              <a:t>8/9/2026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2B9BD-63DF-4EB3-B67E-A476D222A1E3}" type="slidenum">
              <a:rPr lang="en-US" smtClean="0"/>
              <a:t>‹#›</a:t>
            </a:fld>
            <a:endParaRPr lang="en-US"/>
          </a:p>
        </p:txBody>
      </p:sp>
    </p:spTree>
    <p:extLst>
      <p:ext uri="{BB962C8B-B14F-4D97-AF65-F5344CB8AC3E}">
        <p14:creationId xmlns:p14="http://schemas.microsoft.com/office/powerpoint/2010/main" val="1809343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Ten minutes. What I built, how it decides something is worth trading, and whether those calls</a:t>
            </a:r>
          </a:p>
          <a:p>
            <a:r>
              <a:rPr dirty="0"/>
              <a:t>were actually right. Most of my time went into that last part, and it changed what I think of</a:t>
            </a:r>
          </a:p>
          <a:p>
            <a:r>
              <a:rPr dirty="0"/>
              <a:t>the tool.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Screenshot of the Signals tab goes in the picture placeholder.</a:t>
            </a:r>
          </a:p>
          <a:p>
            <a:endParaRPr/>
          </a:p>
          <a:p>
            <a:r>
              <a:t>Six commodity groups: energy, precious metals, base metals, grains, softs, livestock. Plus S&amp;P,</a:t>
            </a:r>
          </a:p>
          <a:p>
            <a:r>
              <a:t>the dollar and ten-year futures, so commodities can be tested against the things that push them</a:t>
            </a:r>
          </a:p>
          <a:p>
            <a:r>
              <a:t>around. 23 of the 29 have listed options, so those carry implied volatility as well as price.</a:t>
            </a:r>
          </a:p>
          <a:p>
            <a:endParaRPr/>
          </a:p>
          <a:p>
            <a:r>
              <a:t>It does not forecast prices. It notices when something is priced oddly against its own history</a:t>
            </a:r>
          </a:p>
          <a:p>
            <a:r>
              <a:t>and says so as a trade rather than as a statistic.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Slow down here. If they take one thing away, it is that the tool measures a quantity against its</a:t>
            </a:r>
          </a:p>
          <a:p>
            <a:r>
              <a:rPr dirty="0"/>
              <a:t>own history and calls the extremes.</a:t>
            </a:r>
          </a:p>
          <a:p>
            <a:endParaRPr dirty="0"/>
          </a:p>
          <a:p>
            <a:r>
              <a:rPr dirty="0"/>
              <a:t>Why percentiles instead of levels: 20 vol is cheap for natural gas and expensive for gold.</a:t>
            </a:r>
          </a:p>
          <a:p>
            <a:r>
              <a:rPr dirty="0"/>
              <a:t>Ranking each asset against itself makes one threshold work across everything.</a:t>
            </a:r>
          </a:p>
          <a:p>
            <a:endParaRPr dirty="0"/>
          </a:p>
          <a:p>
            <a:r>
              <a:rPr dirty="0"/>
              <a:t>If asked why 10%: it is a slider, not a constant. Loosen it and you get more ideas of lower</a:t>
            </a:r>
          </a:p>
          <a:p>
            <a:r>
              <a:rPr dirty="0"/>
              <a:t>quality. The </a:t>
            </a:r>
            <a:r>
              <a:rPr dirty="0" err="1"/>
              <a:t>backtest</a:t>
            </a:r>
            <a:r>
              <a:rPr dirty="0"/>
              <a:t> measures that trade-off.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the table. Explain two properly and say the other three follow the same pattern.</a:t>
            </a:r>
          </a:p>
          <a:p>
            <a:endParaRPr/>
          </a:p>
          <a:p>
            <a:r>
              <a:t>Take the variance risk premium, because that is where a lot of the edge turns out to be. Option</a:t>
            </a:r>
          </a:p>
          <a:p>
            <a:r>
              <a:t>markets tend to charge more for volatility than the asset ends up delivering. When that gap gets</a:t>
            </a:r>
          </a:p>
          <a:p>
            <a:r>
              <a:t>unusually wide, you sell vol and collect it.</a:t>
            </a:r>
          </a:p>
          <a:p>
            <a:endParaRPr/>
          </a:p>
          <a:p>
            <a:r>
              <a:t>And take correlation RV, because people misread it. It is a convergence trade. When two names</a:t>
            </a:r>
          </a:p>
          <a:p>
            <a:r>
              <a:t>that normally move together pull apart, it buys the one that lagged and sells the one that ran.</a:t>
            </a:r>
          </a:p>
          <a:p>
            <a:r>
              <a:t>Lead-lag is the opposite: it follows the leader.</a:t>
            </a:r>
          </a:p>
          <a:p>
            <a:endParaRPr/>
          </a:p>
          <a:p>
            <a:r>
              <a:t>They are listed here in the order the backtest ranked them, best first. The first three trade</a:t>
            </a:r>
          </a:p>
          <a:p>
            <a:r>
              <a:t>volatility so they are measured in vol points. The last two trade price, measured in percent.</a:t>
            </a:r>
          </a:p>
          <a:p>
            <a:r>
              <a:t>That is why the results table has two different units.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Screenshot of the Correlation &amp; Pairs tab goes in the picture placeholder.</a:t>
            </a:r>
          </a:p>
          <a:p>
            <a:endParaRPr/>
          </a:p>
          <a:p>
            <a:r>
              <a:t>The data-quality flag is computed, not assigned by hand. It measures how often an implied-vol</a:t>
            </a:r>
          </a:p>
          <a:p>
            <a:r>
              <a:t>series actually re-prices. Even liquid commodity options only print a fresh mark on 50 to 70% of</a:t>
            </a:r>
          </a:p>
          <a:p>
            <a:r>
              <a:t>days on this feed, and thin ones barely move. Signals built on a frozen mark get excluded.</a:t>
            </a:r>
          </a:p>
          <a:p>
            <a:endParaRPr/>
          </a:p>
          <a:p>
            <a:r>
              <a:t>That flag turns out to matter more than I expected, which comes up two slides later.</a:t>
            </a:r>
          </a:p>
          <a:p>
            <a:endParaRPr/>
          </a:p>
          <a:p>
            <a:r>
              <a:t>The lead-lag chart is the one to point at. It shows correlation at every lag, so a flat curve</a:t>
            </a:r>
          </a:p>
          <a:p>
            <a:r>
              <a:t>means there is no timing edge, just ordinary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Sell the baseline here, because it is what makes the rest mean anything.</a:t>
            </a:r>
          </a:p>
          <a:p>
            <a:endParaRPr/>
          </a:p>
          <a:p>
            <a:r>
              <a:t>Concrete version: selling volatility won about 59% of the time. Sounds great, until you check</a:t>
            </a:r>
          </a:p>
          <a:p>
            <a:r>
              <a:t>that selling volatility on a random day with no signal won about 50% of the time, because</a:t>
            </a:r>
          </a:p>
          <a:p>
            <a:r>
              <a:t>implied vol usually runs above realized. The signal is worth the gap, not the 59%.</a:t>
            </a:r>
          </a:p>
          <a:p>
            <a:endParaRPr/>
          </a:p>
          <a:p>
            <a:r>
              <a:t>Without that comparison I would have reported five working engines. With it, two disappear.</a:t>
            </a:r>
          </a:p>
          <a:p>
            <a:endParaRPr/>
          </a:p>
          <a:p>
            <a:r>
              <a:t>The chart answers the obvious question about why five days. Five is not the best number. The</a:t>
            </a:r>
          </a:p>
          <a:p>
            <a:r>
              <a:t>edge more than triples if you hold to 21 days. But replays are five days apart, so five-day</a:t>
            </a:r>
          </a:p>
          <a:p>
            <a:r>
              <a:t>holds are the only ones that do not overlap each other. Anything longer double-counts the same</a:t>
            </a:r>
          </a:p>
          <a:p>
            <a:r>
              <a:t>market moves and makes the p-values look better than they are. So I quote the conservative one</a:t>
            </a:r>
          </a:p>
          <a:p>
            <a:r>
              <a:t>and show the rest.</a:t>
            </a:r>
          </a:p>
          <a:p>
            <a:endParaRPr/>
          </a:p>
          <a:p>
            <a:r>
              <a:t>The shape is a finding too. Almost nothing happens in the first three days. These dislocations</a:t>
            </a:r>
          </a:p>
          <a:p>
            <a:r>
              <a:t>take weeks to resolve, so a one-week hold is probably too short if you were actually trading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Across all 1,970 trades the signals won 54.3% against a 48.7% baseline. A 5.6 point edge, 95%</a:t>
            </a:r>
          </a:p>
          <a:p>
            <a:r>
              <a:t>interval 52.1 to 56.5, p = 0.0000. Real, and unevenly spread.</a:t>
            </a:r>
          </a:p>
          <a:p>
            <a:endParaRPr/>
          </a:p>
          <a:p>
            <a:r>
              <a:t>Vol dispersion is the standout: 64.1% against 48.2%, so nearly 16 points, on 192 trades, and</a:t>
            </a:r>
          </a:p>
          <a:p>
            <a:r>
              <a:t>+12.1 vol points per trade. The variance risk premium is +8.9 and IV mean-reversion +7.7, both</a:t>
            </a:r>
          </a:p>
          <a:p>
            <a:r>
              <a:t>significant.</a:t>
            </a:r>
          </a:p>
          <a:p>
            <a:endParaRPr/>
          </a:p>
          <a:p>
            <a:r>
              <a:t>The two price engines do not work. Lead-lag is +1.2 and has the largest sample of the lot at 598</a:t>
            </a:r>
          </a:p>
          <a:p>
            <a:r>
              <a:t>trades, which is the useful way to put it: this is not a small-sample problem, it is the</a:t>
            </a:r>
          </a:p>
          <a:p>
            <a:r>
              <a:t>most-tested engine and the edge still is not there. Correlation RV is +3.3 with p = 0.07, so</a:t>
            </a:r>
          </a:p>
          <a:p>
            <a:r>
              <a:t>suggestive at best.</a:t>
            </a:r>
          </a:p>
          <a:p>
            <a:endParaRPr/>
          </a:p>
          <a:p>
            <a:r>
              <a:t>Worth explaining IV mean-reversion. It won 52.5%, barely a coin flip, which looks weak. But its</a:t>
            </a:r>
          </a:p>
          <a:p>
            <a:r>
              <a:t>baseline is 44.8%, the lowest of any engine, because buying volatility loses more often than it</a:t>
            </a:r>
          </a:p>
          <a:p>
            <a:r>
              <a:t>wins by nature. Vol drifts down most of the time and pays off in bursts. Against the right</a:t>
            </a:r>
          </a:p>
          <a:p>
            <a:r>
              <a:t>benchmark that 52.5% is a genuine +7.7. Best example on the slide of why the baseline matters.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cuts of the same trades.</a:t>
            </a:r>
          </a:p>
          <a:p>
            <a:endParaRPr/>
          </a:p>
          <a:p>
            <a:r>
              <a:t>By underlying, cocoa, the S&amp;P and soybean meal come out best, all around +18 to +21 points. US</a:t>
            </a:r>
          </a:p>
          <a:p>
            <a:r>
              <a:t>ten-year futures, natural gas and silver come out worst. By asset class the pattern is cleaner:</a:t>
            </a:r>
          </a:p>
          <a:p>
            <a:r>
              <a:t>grains +9.3, base metals +9.1, softs +8.6, against energy +3.7 and macro +2.7. The edge sits in</a:t>
            </a:r>
          </a:p>
          <a:p>
            <a:r>
              <a:t>agriculture and away from the most heavily traded markets.</a:t>
            </a:r>
          </a:p>
          <a:p>
            <a:endParaRPr/>
          </a:p>
          <a:p>
            <a:r>
              <a:t>Caveat to say out loud: 26 assets were tested, so a few will look significant by luck alone. WTI</a:t>
            </a:r>
          </a:p>
          <a:p>
            <a:r>
              <a:t>is +9.0 and Brent is +1.0, and those two are nearly the same market. I would not trust any single</a:t>
            </a:r>
          </a:p>
          <a:p>
            <a:r>
              <a:t>name. The class-level pattern is the reliable part.</a:t>
            </a:r>
          </a:p>
          <a:p>
            <a:endParaRPr/>
          </a:p>
          <a:p>
            <a:r>
              <a:t>The right panel is the one I did not expect, and it points the other way from what I assumed.</a:t>
            </a:r>
          </a:p>
          <a:p>
            <a:r>
              <a:t>Signals built on options that re-price most days ran +11.9 points. Signals on options that</a:t>
            </a:r>
          </a:p>
          <a:p>
            <a:r>
              <a:t>re-price rarely ran +6.2. I had guessed the thin markets would be less efficient and give a</a:t>
            </a:r>
          </a:p>
          <a:p>
            <a:r>
              <a:t>better signal. The opposite is true, and the reason makes sense: if the option mark barely moves,</a:t>
            </a:r>
          </a:p>
          <a:p>
            <a:r>
              <a:t>an apparent dislocation is partly stale data rather than a real mispricing. The data-quality</a:t>
            </a:r>
          </a:p>
          <a:p>
            <a:r>
              <a:t>filter is not hygiene, it is where the edge is.</a:t>
            </a:r>
          </a:p>
          <a:p>
            <a:endParaRPr/>
          </a:p>
          <a:p>
            <a:r>
              <a:t>The price engines, which never touch options, sit at +2.5. Same story from another angle: the</a:t>
            </a:r>
          </a:p>
          <a:p>
            <a:r>
              <a:t>volatility engines are carrying this.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two previous slides crossed. Which tool to point at which market.</a:t>
            </a:r>
          </a:p>
          <a:p>
            <a:endParaRPr/>
          </a:p>
          <a:p>
            <a:r>
              <a:t>The thing I was checking: vol dispersion's +15.9 could have come from one lucky corner. It did</a:t>
            </a:r>
          </a:p>
          <a:p>
            <a:r>
              <a:t>not. Grains +22, energy +23, softs +11, on 36 to 56 trades each. It is the only engine that</a:t>
            </a:r>
          </a:p>
          <a:p>
            <a:r>
              <a:t>travels, and it is the one I would keep.</a:t>
            </a:r>
          </a:p>
          <a:p>
            <a:endParaRPr/>
          </a:p>
          <a:p>
            <a:r>
              <a:t>Second reading, and the more useful one. Energy looked mediocre on the last slide at +3.7. That</a:t>
            </a:r>
          </a:p>
          <a:p>
            <a:r>
              <a:t>average hides two opposite things: vol dispersion made +23 in energy while lead-lag lost 11.</a:t>
            </a:r>
          </a:p>
          <a:p>
            <a:r>
              <a:t>Averaging across engines buried both. Same in precious metals, where lead-lag is +19 and</a:t>
            </a:r>
          </a:p>
          <a:p>
            <a:r>
              <a:t>everything else is flat.</a:t>
            </a:r>
          </a:p>
          <a:p>
            <a:endParaRPr/>
          </a:p>
          <a:p>
            <a:r>
              <a:t>Lead-lag is the interesting failure. Overall it is +1.2 and looks dead, but it is +19 in precious</a:t>
            </a:r>
          </a:p>
          <a:p>
            <a:r>
              <a:t>metals and -11 in energy on 129 trades. Those cancel. Either it works somewhere specific and I</a:t>
            </a:r>
          </a:p>
          <a:p>
            <a:r>
              <a:t>have not isolated why, or I am looking at 29 cells and finding the extremes. With one year of</a:t>
            </a:r>
          </a:p>
          <a:p>
            <a:r>
              <a:t>data I cannot tell the difference, and I would rather say that than pick the flattering reading.</a:t>
            </a:r>
          </a:p>
          <a:p>
            <a:endParaRPr/>
          </a:p>
          <a:p>
            <a:r>
              <a:t>Two cells to be careful about if anyone points at them. IV mean-reversion in livestock is +39 on</a:t>
            </a:r>
          </a:p>
          <a:p>
            <a:r>
              <a:t>15 trades, right at the reporting threshold. And in the appendix table the top three</a:t>
            </a:r>
          </a:p>
          <a:p>
            <a:r>
              <a:t>vol-dispersion pairings are soybean meal, corn and soybeans at +33 each, which are largely the</a:t>
            </a:r>
          </a:p>
          <a:p>
            <a:r>
              <a:t>same spread trades counted against both legs, not three independent findings.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confidence line deserves thirty seconds, because it is the part where I tested my own work</a:t>
            </a:r>
          </a:p>
          <a:p>
            <a:r>
              <a:t>and it failed. The score measures how often a setup worked, not how much more often than the same</a:t>
            </a:r>
          </a:p>
          <a:p>
            <a:r>
              <a:t>bet on any other day, so an engine sitting on a favourable base rate scores high with no skill in</a:t>
            </a:r>
          </a:p>
          <a:p>
            <a:r>
              <a:t>it. Raising the minimum-confidence filter looks like it helps, but +8.7 of the +7.2 it delivers</a:t>
            </a:r>
          </a:p>
          <a:p>
            <a:r>
              <a:t>comes from which engines survive the filter and -1.5 from the score itself.</a:t>
            </a:r>
          </a:p>
          <a:p>
            <a:endParaRPr/>
          </a:p>
          <a:p>
            <a:r>
              <a:t>Backup slide with that chart is behind this one if anyone wants to see it.</a:t>
            </a:r>
          </a:p>
          <a:p>
            <a:endParaRPr/>
          </a:p>
          <a:p>
            <a:r>
              <a:t>Then land the title. The dashboard was the build. The baseline was the judgement. Two engines</a:t>
            </a:r>
          </a:p>
          <a:p>
            <a:r>
              <a:t>and the confidence score only looked good until there was something to compare them against.</a:t>
            </a:r>
          </a:p>
          <a:p>
            <a:endParaRPr/>
          </a:p>
          <a:p>
            <a:r>
              <a:t>Then say the limitations before anyone asks. That is the difference between a result and a claim.</a:t>
            </a:r>
          </a:p>
          <a:p>
            <a:endParaRPr/>
          </a:p>
          <a:p>
            <a:r>
              <a:t>The overlap point is the one a sharp listener raises. Weekly replays with five-day holds do not</a:t>
            </a:r>
          </a:p>
          <a:p>
            <a:r>
              <a:t>overlap in time, but the same signal reappearing for six weeks is six correlated records, not six</a:t>
            </a:r>
          </a:p>
          <a:p>
            <a:r>
              <a:t>independent ones. That inflates confidence in the result, which is why I would describe +5.6</a:t>
            </a:r>
          </a:p>
          <a:p>
            <a:r>
              <a:t>points as small and real rather than proven.</a:t>
            </a:r>
          </a:p>
          <a:p>
            <a:endParaRPr/>
          </a:p>
          <a:p>
            <a:r>
              <a:t>If asked what I would do with more time: run the test across several years to see whether vol</a:t>
            </a:r>
          </a:p>
          <a:p>
            <a:r>
              <a:t>dispersion holds up outside this particular one, and test the rebuilt confidence score properly</a:t>
            </a:r>
          </a:p>
          <a:p>
            <a:r>
              <a:t>out of sample.</a:t>
            </a:r>
          </a:p>
          <a:p>
            <a:endParaRPr/>
          </a:p>
          <a:p>
            <a:r>
              <a:t>And if asked what I learned: a win rate without a benchmark is not evidence, building the thing</a:t>
            </a:r>
          </a:p>
          <a:p>
            <a:r>
              <a:t>that tests your work matters as much as the work, and the most useful result was the one telling</a:t>
            </a:r>
          </a:p>
          <a:p>
            <a:r>
              <a:t>me part of it did not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Prosper Blue">
    <p:bg>
      <p:bgRef idx="1001">
        <a:schemeClr val="bg2"/>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562D2CB-FAD1-9A26-7FEC-6AF73423FE6B}"/>
              </a:ext>
            </a:extLst>
          </p:cNvPr>
          <p:cNvSpPr>
            <a:spLocks noGrp="1"/>
          </p:cNvSpPr>
          <p:nvPr>
            <p:ph type="pic" sz="quarter" idx="10"/>
          </p:nvPr>
        </p:nvSpPr>
        <p:spPr>
          <a:xfrm>
            <a:off x="4760232" y="193675"/>
            <a:ext cx="7239681" cy="6470650"/>
          </a:xfrm>
          <a:solidFill>
            <a:schemeClr val="bg1">
              <a:lumMod val="40000"/>
              <a:lumOff val="60000"/>
            </a:schemeClr>
          </a:solidFill>
        </p:spPr>
        <p:txBody>
          <a:bodyPr bIns="640080" anchor="ctr" anchorCtr="0">
            <a:noAutofit/>
          </a:bodyPr>
          <a:lstStyle>
            <a:lvl1pPr algn="ctr">
              <a:defRPr b="0">
                <a:solidFill>
                  <a:schemeClr val="bg2"/>
                </a:solidFill>
              </a:defRPr>
            </a:lvl1pPr>
          </a:lstStyle>
          <a:p>
            <a:r>
              <a:rPr lang="en-GB"/>
              <a:t>Click icon to add picture</a:t>
            </a:r>
            <a:endParaRPr lang="en-US"/>
          </a:p>
        </p:txBody>
      </p:sp>
      <p:pic>
        <p:nvPicPr>
          <p:cNvPr id="8" name="Picture 2">
            <a:extLst>
              <a:ext uri="{FF2B5EF4-FFF2-40B4-BE49-F238E27FC236}">
                <a16:creationId xmlns:a16="http://schemas.microsoft.com/office/drawing/2014/main" id="{DF64BAFD-7472-9323-92EC-D9A688B7A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4235" y="231674"/>
            <a:ext cx="2468076" cy="1299600"/>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3">
            <a:extLst>
              <a:ext uri="{FF2B5EF4-FFF2-40B4-BE49-F238E27FC236}">
                <a16:creationId xmlns:a16="http://schemas.microsoft.com/office/drawing/2014/main" id="{12C4596E-25A5-1047-1926-34503331211D}"/>
              </a:ext>
            </a:extLst>
          </p:cNvPr>
          <p:cNvSpPr>
            <a:spLocks noGrp="1"/>
          </p:cNvSpPr>
          <p:nvPr>
            <p:ph type="dt" sz="half" idx="2"/>
          </p:nvPr>
        </p:nvSpPr>
        <p:spPr>
          <a:xfrm>
            <a:off x="508000" y="6071753"/>
            <a:ext cx="1080000" cy="138499"/>
          </a:xfrm>
          <a:prstGeom prst="rect">
            <a:avLst/>
          </a:prstGeom>
        </p:spPr>
        <p:txBody>
          <a:bodyPr vert="horz" wrap="square" lIns="0" tIns="0" rIns="0" bIns="0" rtlCol="0" anchor="ctr">
            <a:spAutoFit/>
          </a:bodyPr>
          <a:lstStyle>
            <a:lvl1pPr algn="ctr">
              <a:defRPr sz="900">
                <a:solidFill>
                  <a:schemeClr val="tx1"/>
                </a:solidFill>
              </a:defRPr>
            </a:lvl1pPr>
          </a:lstStyle>
          <a:p>
            <a:pPr algn="l"/>
            <a:fld id="{689FB4AF-8032-4016-9100-EAE5A1458B17}" type="datetime3">
              <a:rPr lang="en-US" smtClean="0"/>
              <a:t>9 August 2026</a:t>
            </a:fld>
            <a:endParaRPr lang="en-US" dirty="0"/>
          </a:p>
        </p:txBody>
      </p:sp>
      <p:sp>
        <p:nvSpPr>
          <p:cNvPr id="13" name="Title 1">
            <a:extLst>
              <a:ext uri="{FF2B5EF4-FFF2-40B4-BE49-F238E27FC236}">
                <a16:creationId xmlns:a16="http://schemas.microsoft.com/office/drawing/2014/main" id="{6B013A83-0CFB-9FD1-7190-F54A841EF458}"/>
              </a:ext>
            </a:extLst>
          </p:cNvPr>
          <p:cNvSpPr>
            <a:spLocks noGrp="1"/>
          </p:cNvSpPr>
          <p:nvPr>
            <p:ph type="ctrTitle" hasCustomPrompt="1"/>
          </p:nvPr>
        </p:nvSpPr>
        <p:spPr>
          <a:xfrm>
            <a:off x="468790" y="2094865"/>
            <a:ext cx="3824540" cy="984885"/>
          </a:xfrm>
        </p:spPr>
        <p:txBody>
          <a:bodyPr lIns="0" anchor="t"/>
          <a:lstStyle>
            <a:lvl1pPr algn="l">
              <a:lnSpc>
                <a:spcPct val="100000"/>
              </a:lnSpc>
              <a:defRPr sz="3200">
                <a:solidFill>
                  <a:schemeClr val="tx1"/>
                </a:solidFill>
              </a:defRPr>
            </a:lvl1pPr>
          </a:lstStyle>
          <a:p>
            <a:r>
              <a:rPr lang="en-US" dirty="0"/>
              <a:t>Insert presentation headline here</a:t>
            </a:r>
          </a:p>
        </p:txBody>
      </p:sp>
      <p:sp>
        <p:nvSpPr>
          <p:cNvPr id="16" name="Subtitle 2">
            <a:extLst>
              <a:ext uri="{FF2B5EF4-FFF2-40B4-BE49-F238E27FC236}">
                <a16:creationId xmlns:a16="http://schemas.microsoft.com/office/drawing/2014/main" id="{CD7B8A23-439D-5615-4237-7D088E68256E}"/>
              </a:ext>
            </a:extLst>
          </p:cNvPr>
          <p:cNvSpPr>
            <a:spLocks noGrp="1"/>
          </p:cNvSpPr>
          <p:nvPr>
            <p:ph type="subTitle" idx="1" hasCustomPrompt="1"/>
          </p:nvPr>
        </p:nvSpPr>
        <p:spPr>
          <a:xfrm>
            <a:off x="489148" y="3564789"/>
            <a:ext cx="3823200" cy="215444"/>
          </a:xfrm>
        </p:spPr>
        <p:txBody>
          <a:bodyPr lIns="0" anchor="t" anchorCtr="0"/>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sub-headline here</a:t>
            </a:r>
            <a:endParaRPr lang="en-TH"/>
          </a:p>
        </p:txBody>
      </p:sp>
      <p:pic>
        <p:nvPicPr>
          <p:cNvPr id="3" name="Picture 2">
            <a:extLst>
              <a:ext uri="{FF2B5EF4-FFF2-40B4-BE49-F238E27FC236}">
                <a16:creationId xmlns:a16="http://schemas.microsoft.com/office/drawing/2014/main" id="{BDC81C3A-8649-0FAC-3C05-119B718C46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28"/>
            <a:ext cx="63492" cy="6857143"/>
          </a:xfrm>
          <a:prstGeom prst="rect">
            <a:avLst/>
          </a:prstGeom>
        </p:spPr>
      </p:pic>
    </p:spTree>
    <p:extLst>
      <p:ext uri="{BB962C8B-B14F-4D97-AF65-F5344CB8AC3E}">
        <p14:creationId xmlns:p14="http://schemas.microsoft.com/office/powerpoint/2010/main" val="35435746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562D2CB-FAD1-9A26-7FEC-6AF73423FE6B}"/>
              </a:ext>
            </a:extLst>
          </p:cNvPr>
          <p:cNvSpPr>
            <a:spLocks noGrp="1"/>
          </p:cNvSpPr>
          <p:nvPr>
            <p:ph type="pic" sz="quarter" idx="10"/>
          </p:nvPr>
        </p:nvSpPr>
        <p:spPr>
          <a:xfrm>
            <a:off x="4760232" y="193675"/>
            <a:ext cx="7239681" cy="6470650"/>
          </a:xfrm>
          <a:solidFill>
            <a:schemeClr val="bg1">
              <a:lumMod val="85000"/>
            </a:schemeClr>
          </a:solidFill>
        </p:spPr>
        <p:txBody>
          <a:bodyPr bIns="640080" anchor="ctr" anchorCtr="0">
            <a:noAutofit/>
          </a:bodyPr>
          <a:lstStyle>
            <a:lvl1pPr algn="ctr">
              <a:defRPr b="0"/>
            </a:lvl1pPr>
          </a:lstStyle>
          <a:p>
            <a:r>
              <a:rPr lang="en-GB"/>
              <a:t>Click icon to add picture</a:t>
            </a:r>
            <a:endParaRPr lang="en-US"/>
          </a:p>
        </p:txBody>
      </p:sp>
      <p:pic>
        <p:nvPicPr>
          <p:cNvPr id="39" name="Picture 2">
            <a:extLst>
              <a:ext uri="{FF2B5EF4-FFF2-40B4-BE49-F238E27FC236}">
                <a16:creationId xmlns:a16="http://schemas.microsoft.com/office/drawing/2014/main" id="{1BD0B641-1E4D-F93F-944B-7174AB0851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4235" y="231674"/>
            <a:ext cx="2468205" cy="1296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CE21DE-3356-2ED8-36D5-AE77AA241A7C}"/>
              </a:ext>
            </a:extLst>
          </p:cNvPr>
          <p:cNvSpPr>
            <a:spLocks noGrp="1"/>
          </p:cNvSpPr>
          <p:nvPr>
            <p:ph type="dt" sz="half" idx="2"/>
          </p:nvPr>
        </p:nvSpPr>
        <p:spPr>
          <a:xfrm>
            <a:off x="508000" y="6071753"/>
            <a:ext cx="1080000" cy="138499"/>
          </a:xfrm>
          <a:prstGeom prst="rect">
            <a:avLst/>
          </a:prstGeom>
        </p:spPr>
        <p:txBody>
          <a:bodyPr vert="horz" wrap="square" lIns="0" tIns="0" rIns="0" bIns="0" rtlCol="0" anchor="ctr">
            <a:spAutoFit/>
          </a:bodyPr>
          <a:lstStyle>
            <a:lvl1pPr algn="ctr">
              <a:defRPr sz="900">
                <a:solidFill>
                  <a:schemeClr val="tx1"/>
                </a:solidFill>
              </a:defRPr>
            </a:lvl1pPr>
          </a:lstStyle>
          <a:p>
            <a:pPr algn="l"/>
            <a:fld id="{F4ABEB78-A17B-4DA1-933C-3DF7449D6492}" type="datetime3">
              <a:rPr lang="en-US" smtClean="0"/>
              <a:t>9 August 2026</a:t>
            </a:fld>
            <a:endParaRPr lang="en-US" dirty="0"/>
          </a:p>
        </p:txBody>
      </p:sp>
      <p:sp>
        <p:nvSpPr>
          <p:cNvPr id="19" name="Title 1">
            <a:extLst>
              <a:ext uri="{FF2B5EF4-FFF2-40B4-BE49-F238E27FC236}">
                <a16:creationId xmlns:a16="http://schemas.microsoft.com/office/drawing/2014/main" id="{F56F6808-E51E-074D-1822-24A38891B092}"/>
              </a:ext>
            </a:extLst>
          </p:cNvPr>
          <p:cNvSpPr>
            <a:spLocks noGrp="1"/>
          </p:cNvSpPr>
          <p:nvPr>
            <p:ph type="ctrTitle" hasCustomPrompt="1"/>
          </p:nvPr>
        </p:nvSpPr>
        <p:spPr>
          <a:xfrm>
            <a:off x="468790" y="2094865"/>
            <a:ext cx="3824540" cy="984885"/>
          </a:xfrm>
        </p:spPr>
        <p:txBody>
          <a:bodyPr lIns="0" anchor="t"/>
          <a:lstStyle>
            <a:lvl1pPr algn="l">
              <a:lnSpc>
                <a:spcPct val="100000"/>
              </a:lnSpc>
              <a:defRPr sz="3200">
                <a:solidFill>
                  <a:schemeClr val="tx1"/>
                </a:solidFill>
              </a:defRPr>
            </a:lvl1pPr>
          </a:lstStyle>
          <a:p>
            <a:r>
              <a:rPr lang="en-US" dirty="0"/>
              <a:t>Insert presentation headline here</a:t>
            </a:r>
          </a:p>
        </p:txBody>
      </p:sp>
      <p:sp>
        <p:nvSpPr>
          <p:cNvPr id="20" name="Subtitle 2">
            <a:extLst>
              <a:ext uri="{FF2B5EF4-FFF2-40B4-BE49-F238E27FC236}">
                <a16:creationId xmlns:a16="http://schemas.microsoft.com/office/drawing/2014/main" id="{35F18E61-E612-3855-98AC-CCB344AA56B9}"/>
              </a:ext>
            </a:extLst>
          </p:cNvPr>
          <p:cNvSpPr>
            <a:spLocks noGrp="1"/>
          </p:cNvSpPr>
          <p:nvPr>
            <p:ph type="subTitle" idx="1" hasCustomPrompt="1"/>
          </p:nvPr>
        </p:nvSpPr>
        <p:spPr>
          <a:xfrm>
            <a:off x="489148" y="3564789"/>
            <a:ext cx="3823200" cy="215444"/>
          </a:xfrm>
        </p:spPr>
        <p:txBody>
          <a:bodyPr lIns="0" anchor="t" anchorCtr="0"/>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sub-headline here</a:t>
            </a:r>
            <a:endParaRPr lang="en-TH" dirty="0"/>
          </a:p>
        </p:txBody>
      </p:sp>
      <p:pic>
        <p:nvPicPr>
          <p:cNvPr id="2" name="Picture 1">
            <a:extLst>
              <a:ext uri="{FF2B5EF4-FFF2-40B4-BE49-F238E27FC236}">
                <a16:creationId xmlns:a16="http://schemas.microsoft.com/office/drawing/2014/main" id="{A559B24B-2835-55BE-554B-30F836CC2B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28"/>
            <a:ext cx="63492" cy="6857143"/>
          </a:xfrm>
          <a:prstGeom prst="rect">
            <a:avLst/>
          </a:prstGeom>
        </p:spPr>
      </p:pic>
    </p:spTree>
    <p:extLst>
      <p:ext uri="{BB962C8B-B14F-4D97-AF65-F5344CB8AC3E}">
        <p14:creationId xmlns:p14="http://schemas.microsoft.com/office/powerpoint/2010/main" val="324318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long) - Prosper Blue">
    <p:bg>
      <p:bgRef idx="1001">
        <a:schemeClr val="bg2"/>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562D2CB-FAD1-9A26-7FEC-6AF73423FE6B}"/>
              </a:ext>
            </a:extLst>
          </p:cNvPr>
          <p:cNvSpPr>
            <a:spLocks noGrp="1"/>
          </p:cNvSpPr>
          <p:nvPr>
            <p:ph type="pic" sz="quarter" idx="10"/>
          </p:nvPr>
        </p:nvSpPr>
        <p:spPr>
          <a:xfrm>
            <a:off x="7300686" y="193675"/>
            <a:ext cx="4699227" cy="6470650"/>
          </a:xfrm>
          <a:solidFill>
            <a:schemeClr val="bg1">
              <a:lumMod val="40000"/>
              <a:lumOff val="60000"/>
            </a:schemeClr>
          </a:solidFill>
        </p:spPr>
        <p:txBody>
          <a:bodyPr bIns="640080" anchor="ctr" anchorCtr="0">
            <a:noAutofit/>
          </a:bodyPr>
          <a:lstStyle>
            <a:lvl1pPr algn="ctr">
              <a:defRPr b="0">
                <a:solidFill>
                  <a:schemeClr val="bg2"/>
                </a:solidFill>
              </a:defRPr>
            </a:lvl1pPr>
          </a:lstStyle>
          <a:p>
            <a:r>
              <a:rPr lang="en-GB"/>
              <a:t>Click icon to add picture</a:t>
            </a:r>
            <a:endParaRPr lang="en-US"/>
          </a:p>
        </p:txBody>
      </p:sp>
      <p:sp>
        <p:nvSpPr>
          <p:cNvPr id="4" name="Date Placeholder 3">
            <a:extLst>
              <a:ext uri="{FF2B5EF4-FFF2-40B4-BE49-F238E27FC236}">
                <a16:creationId xmlns:a16="http://schemas.microsoft.com/office/drawing/2014/main" id="{9DE27849-2C6C-9FAB-DB72-0753C492F612}"/>
              </a:ext>
            </a:extLst>
          </p:cNvPr>
          <p:cNvSpPr>
            <a:spLocks noGrp="1"/>
          </p:cNvSpPr>
          <p:nvPr>
            <p:ph type="dt" sz="half" idx="2"/>
          </p:nvPr>
        </p:nvSpPr>
        <p:spPr>
          <a:xfrm>
            <a:off x="508000" y="6071753"/>
            <a:ext cx="1080000" cy="138499"/>
          </a:xfrm>
          <a:prstGeom prst="rect">
            <a:avLst/>
          </a:prstGeom>
        </p:spPr>
        <p:txBody>
          <a:bodyPr vert="horz" wrap="square" lIns="0" tIns="0" rIns="0" bIns="0" rtlCol="0" anchor="ctr">
            <a:spAutoFit/>
          </a:bodyPr>
          <a:lstStyle>
            <a:lvl1pPr algn="ctr">
              <a:defRPr sz="900">
                <a:solidFill>
                  <a:schemeClr val="tx1"/>
                </a:solidFill>
              </a:defRPr>
            </a:lvl1pPr>
          </a:lstStyle>
          <a:p>
            <a:pPr algn="l"/>
            <a:fld id="{F04F0023-32DE-4349-8873-533F5E93BBDB}" type="datetime3">
              <a:rPr lang="en-US" smtClean="0"/>
              <a:t>9 August 2026</a:t>
            </a:fld>
            <a:endParaRPr lang="en-US" dirty="0"/>
          </a:p>
        </p:txBody>
      </p:sp>
      <p:pic>
        <p:nvPicPr>
          <p:cNvPr id="9" name="Picture 2">
            <a:extLst>
              <a:ext uri="{FF2B5EF4-FFF2-40B4-BE49-F238E27FC236}">
                <a16:creationId xmlns:a16="http://schemas.microsoft.com/office/drawing/2014/main" id="{8823098C-CECD-ABDF-4EB4-06AB88A2C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4235" y="231674"/>
            <a:ext cx="2468076" cy="1299600"/>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1112FA3D-07BD-928D-41FF-3BC4EF04F6C1}"/>
              </a:ext>
            </a:extLst>
          </p:cNvPr>
          <p:cNvSpPr>
            <a:spLocks noGrp="1"/>
          </p:cNvSpPr>
          <p:nvPr>
            <p:ph type="ctrTitle" hasCustomPrompt="1"/>
          </p:nvPr>
        </p:nvSpPr>
        <p:spPr>
          <a:xfrm>
            <a:off x="468789" y="2094865"/>
            <a:ext cx="6347935" cy="984885"/>
          </a:xfrm>
        </p:spPr>
        <p:txBody>
          <a:bodyPr lIns="0" anchor="t"/>
          <a:lstStyle>
            <a:lvl1pPr algn="l">
              <a:lnSpc>
                <a:spcPct val="100000"/>
              </a:lnSpc>
              <a:defRPr sz="3200">
                <a:solidFill>
                  <a:schemeClr val="tx1"/>
                </a:solidFill>
              </a:defRPr>
            </a:lvl1pPr>
          </a:lstStyle>
          <a:p>
            <a:r>
              <a:rPr lang="en-US" dirty="0"/>
              <a:t>Insert presentation headline here, maximum of three lines</a:t>
            </a:r>
          </a:p>
        </p:txBody>
      </p:sp>
      <p:sp>
        <p:nvSpPr>
          <p:cNvPr id="19" name="Subtitle 2">
            <a:extLst>
              <a:ext uri="{FF2B5EF4-FFF2-40B4-BE49-F238E27FC236}">
                <a16:creationId xmlns:a16="http://schemas.microsoft.com/office/drawing/2014/main" id="{8EE22204-0DAB-F51B-B093-5DF8C97C623E}"/>
              </a:ext>
            </a:extLst>
          </p:cNvPr>
          <p:cNvSpPr>
            <a:spLocks noGrp="1"/>
          </p:cNvSpPr>
          <p:nvPr>
            <p:ph type="subTitle" idx="1" hasCustomPrompt="1"/>
          </p:nvPr>
        </p:nvSpPr>
        <p:spPr>
          <a:xfrm>
            <a:off x="489147" y="3564789"/>
            <a:ext cx="6345711" cy="215444"/>
          </a:xfrm>
        </p:spPr>
        <p:txBody>
          <a:bodyPr lIns="0" anchor="t" anchorCtr="0"/>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sub-headline here</a:t>
            </a:r>
            <a:endParaRPr lang="en-TH"/>
          </a:p>
        </p:txBody>
      </p:sp>
      <p:pic>
        <p:nvPicPr>
          <p:cNvPr id="3" name="Picture 2">
            <a:extLst>
              <a:ext uri="{FF2B5EF4-FFF2-40B4-BE49-F238E27FC236}">
                <a16:creationId xmlns:a16="http://schemas.microsoft.com/office/drawing/2014/main" id="{195C591A-8DD2-CFA0-8A2F-83E204DA30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28"/>
            <a:ext cx="63492" cy="6857143"/>
          </a:xfrm>
          <a:prstGeom prst="rect">
            <a:avLst/>
          </a:prstGeom>
        </p:spPr>
      </p:pic>
    </p:spTree>
    <p:extLst>
      <p:ext uri="{BB962C8B-B14F-4D97-AF65-F5344CB8AC3E}">
        <p14:creationId xmlns:p14="http://schemas.microsoft.com/office/powerpoint/2010/main" val="1923472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long) - white">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562D2CB-FAD1-9A26-7FEC-6AF73423FE6B}"/>
              </a:ext>
            </a:extLst>
          </p:cNvPr>
          <p:cNvSpPr>
            <a:spLocks noGrp="1"/>
          </p:cNvSpPr>
          <p:nvPr>
            <p:ph type="pic" sz="quarter" idx="10"/>
          </p:nvPr>
        </p:nvSpPr>
        <p:spPr>
          <a:xfrm>
            <a:off x="7300686" y="193675"/>
            <a:ext cx="4699227" cy="6470650"/>
          </a:xfrm>
          <a:solidFill>
            <a:schemeClr val="bg1">
              <a:lumMod val="85000"/>
            </a:schemeClr>
          </a:solidFill>
        </p:spPr>
        <p:txBody>
          <a:bodyPr bIns="640080" anchor="ctr" anchorCtr="0">
            <a:noAutofit/>
          </a:bodyPr>
          <a:lstStyle>
            <a:lvl1pPr algn="ctr">
              <a:defRPr b="0">
                <a:solidFill>
                  <a:schemeClr val="tx2"/>
                </a:solidFill>
              </a:defRPr>
            </a:lvl1pPr>
          </a:lstStyle>
          <a:p>
            <a:r>
              <a:rPr lang="en-GB"/>
              <a:t>Click icon to add picture</a:t>
            </a:r>
            <a:endParaRPr lang="en-US"/>
          </a:p>
        </p:txBody>
      </p:sp>
      <p:sp>
        <p:nvSpPr>
          <p:cNvPr id="5" name="Date Placeholder 3">
            <a:extLst>
              <a:ext uri="{FF2B5EF4-FFF2-40B4-BE49-F238E27FC236}">
                <a16:creationId xmlns:a16="http://schemas.microsoft.com/office/drawing/2014/main" id="{1203FCF7-B0E0-881F-2017-EB3FAC1961D0}"/>
              </a:ext>
            </a:extLst>
          </p:cNvPr>
          <p:cNvSpPr>
            <a:spLocks noGrp="1"/>
          </p:cNvSpPr>
          <p:nvPr>
            <p:ph type="dt" sz="half" idx="2"/>
          </p:nvPr>
        </p:nvSpPr>
        <p:spPr>
          <a:xfrm>
            <a:off x="508000" y="6071753"/>
            <a:ext cx="1080000" cy="138499"/>
          </a:xfrm>
          <a:prstGeom prst="rect">
            <a:avLst/>
          </a:prstGeom>
        </p:spPr>
        <p:txBody>
          <a:bodyPr vert="horz" wrap="square" lIns="0" tIns="0" rIns="0" bIns="0" rtlCol="0" anchor="ctr">
            <a:spAutoFit/>
          </a:bodyPr>
          <a:lstStyle>
            <a:lvl1pPr algn="ctr">
              <a:defRPr sz="900">
                <a:solidFill>
                  <a:schemeClr val="tx1"/>
                </a:solidFill>
              </a:defRPr>
            </a:lvl1pPr>
          </a:lstStyle>
          <a:p>
            <a:pPr algn="l"/>
            <a:fld id="{C6BFD69A-30F6-4561-AECD-EEF09EBAE4E8}" type="datetime3">
              <a:rPr lang="en-US" smtClean="0"/>
              <a:t>9 August 2026</a:t>
            </a:fld>
            <a:endParaRPr lang="en-US"/>
          </a:p>
        </p:txBody>
      </p:sp>
      <p:pic>
        <p:nvPicPr>
          <p:cNvPr id="10" name="Picture 2">
            <a:extLst>
              <a:ext uri="{FF2B5EF4-FFF2-40B4-BE49-F238E27FC236}">
                <a16:creationId xmlns:a16="http://schemas.microsoft.com/office/drawing/2014/main" id="{8598EA03-D01B-2A2D-E20E-AF4B9E84932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234235" y="231674"/>
            <a:ext cx="2468205" cy="1296000"/>
          </a:xfrm>
          <a:prstGeom prst="rect">
            <a:avLst/>
          </a:prstGeom>
          <a:noFill/>
          <a:extLst>
            <a:ext uri="{909E8E84-426E-40DD-AFC4-6F175D3DCCD1}">
              <a14:hiddenFill xmlns:a14="http://schemas.microsoft.com/office/drawing/2010/main">
                <a:solidFill>
                  <a:srgbClr val="FFFFFF"/>
                </a:solidFill>
              </a14:hiddenFill>
            </a:ext>
          </a:extLst>
        </p:spPr>
      </p:pic>
      <p:sp>
        <p:nvSpPr>
          <p:cNvPr id="17" name="Subtitle 2">
            <a:extLst>
              <a:ext uri="{FF2B5EF4-FFF2-40B4-BE49-F238E27FC236}">
                <a16:creationId xmlns:a16="http://schemas.microsoft.com/office/drawing/2014/main" id="{5F7EC415-4B0F-3772-D504-B5243AA39589}"/>
              </a:ext>
            </a:extLst>
          </p:cNvPr>
          <p:cNvSpPr>
            <a:spLocks noGrp="1"/>
          </p:cNvSpPr>
          <p:nvPr>
            <p:ph type="subTitle" idx="1" hasCustomPrompt="1"/>
          </p:nvPr>
        </p:nvSpPr>
        <p:spPr>
          <a:xfrm>
            <a:off x="489147" y="3564789"/>
            <a:ext cx="6345711" cy="215444"/>
          </a:xfrm>
        </p:spPr>
        <p:txBody>
          <a:bodyPr lIns="0" anchor="t" anchorCtr="0"/>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sub-headline here</a:t>
            </a:r>
            <a:endParaRPr lang="en-TH" dirty="0"/>
          </a:p>
        </p:txBody>
      </p:sp>
      <p:sp>
        <p:nvSpPr>
          <p:cNvPr id="18" name="Title 1">
            <a:extLst>
              <a:ext uri="{FF2B5EF4-FFF2-40B4-BE49-F238E27FC236}">
                <a16:creationId xmlns:a16="http://schemas.microsoft.com/office/drawing/2014/main" id="{6843F00C-0C0E-3751-E42D-8941F5079E41}"/>
              </a:ext>
            </a:extLst>
          </p:cNvPr>
          <p:cNvSpPr>
            <a:spLocks noGrp="1"/>
          </p:cNvSpPr>
          <p:nvPr>
            <p:ph type="ctrTitle" hasCustomPrompt="1"/>
          </p:nvPr>
        </p:nvSpPr>
        <p:spPr>
          <a:xfrm>
            <a:off x="468789" y="2094865"/>
            <a:ext cx="6347935" cy="984885"/>
          </a:xfrm>
        </p:spPr>
        <p:txBody>
          <a:bodyPr lIns="0" anchor="t"/>
          <a:lstStyle>
            <a:lvl1pPr algn="l">
              <a:lnSpc>
                <a:spcPct val="100000"/>
              </a:lnSpc>
              <a:defRPr sz="3200">
                <a:solidFill>
                  <a:schemeClr val="tx1"/>
                </a:solidFill>
              </a:defRPr>
            </a:lvl1pPr>
          </a:lstStyle>
          <a:p>
            <a:r>
              <a:rPr lang="en-US" dirty="0"/>
              <a:t>Insert presentation headline here, maximum of three lines</a:t>
            </a:r>
          </a:p>
        </p:txBody>
      </p:sp>
      <p:pic>
        <p:nvPicPr>
          <p:cNvPr id="2" name="Picture 1">
            <a:extLst>
              <a:ext uri="{FF2B5EF4-FFF2-40B4-BE49-F238E27FC236}">
                <a16:creationId xmlns:a16="http://schemas.microsoft.com/office/drawing/2014/main" id="{3A63B12F-80AE-D6C9-C844-52492921B04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28"/>
            <a:ext cx="63492" cy="6857143"/>
          </a:xfrm>
          <a:prstGeom prst="rect">
            <a:avLst/>
          </a:prstGeom>
        </p:spPr>
      </p:pic>
    </p:spTree>
    <p:extLst>
      <p:ext uri="{BB962C8B-B14F-4D97-AF65-F5344CB8AC3E}">
        <p14:creationId xmlns:p14="http://schemas.microsoft.com/office/powerpoint/2010/main" val="391441597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 Prosper Blue">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A038D732-C571-41D6-A5A4-E71354106017}"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7" name="Title 1">
            <a:extLst>
              <a:ext uri="{FF2B5EF4-FFF2-40B4-BE49-F238E27FC236}">
                <a16:creationId xmlns:a16="http://schemas.microsoft.com/office/drawing/2014/main" id="{E991269E-15F6-B0BB-1633-A47D21F2403D}"/>
              </a:ext>
            </a:extLst>
          </p:cNvPr>
          <p:cNvSpPr>
            <a:spLocks noGrp="1"/>
          </p:cNvSpPr>
          <p:nvPr>
            <p:ph type="title"/>
          </p:nvPr>
        </p:nvSpPr>
        <p:spPr>
          <a:xfrm>
            <a:off x="307975" y="341526"/>
            <a:ext cx="11576050" cy="430887"/>
          </a:xfrm>
        </p:spPr>
        <p:txBody>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6EAE1BA-DF73-0D2A-2676-A3689BB4AE9E}"/>
              </a:ext>
            </a:extLst>
          </p:cNvPr>
          <p:cNvSpPr>
            <a:spLocks noGrp="1"/>
          </p:cNvSpPr>
          <p:nvPr>
            <p:ph type="body" idx="1"/>
          </p:nvPr>
        </p:nvSpPr>
        <p:spPr>
          <a:xfrm>
            <a:off x="307975" y="1080317"/>
            <a:ext cx="57118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9" name="Content Placeholder 6">
            <a:extLst>
              <a:ext uri="{FF2B5EF4-FFF2-40B4-BE49-F238E27FC236}">
                <a16:creationId xmlns:a16="http://schemas.microsoft.com/office/drawing/2014/main" id="{25CA200B-647E-7A0F-1804-C1CC4274104B}"/>
              </a:ext>
            </a:extLst>
          </p:cNvPr>
          <p:cNvSpPr>
            <a:spLocks noGrp="1"/>
          </p:cNvSpPr>
          <p:nvPr>
            <p:ph sz="quarter" idx="15"/>
          </p:nvPr>
        </p:nvSpPr>
        <p:spPr>
          <a:xfrm>
            <a:off x="307975" y="1531852"/>
            <a:ext cx="5711825" cy="4665748"/>
          </a:xfrm>
        </p:spPr>
        <p:txBody>
          <a:bodyPr/>
          <a:lstStyle>
            <a:lvl1pPr>
              <a:defRPr sz="1600"/>
            </a:lvl1pPr>
            <a:lvl2pPr>
              <a:defRPr sz="1600"/>
            </a:lvl2pPr>
            <a:lvl3pPr>
              <a:defRPr sz="16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0796820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 whit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3766B9F5-7231-4622-BFF2-7A2DAF53A0D8}"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2" name="Title 1">
            <a:extLst>
              <a:ext uri="{FF2B5EF4-FFF2-40B4-BE49-F238E27FC236}">
                <a16:creationId xmlns:a16="http://schemas.microsoft.com/office/drawing/2014/main" id="{19461064-3D9C-B09D-0F78-7A1F591404E8}"/>
              </a:ext>
            </a:extLst>
          </p:cNvPr>
          <p:cNvSpPr>
            <a:spLocks noGrp="1"/>
          </p:cNvSpPr>
          <p:nvPr>
            <p:ph type="title"/>
          </p:nvPr>
        </p:nvSpPr>
        <p:spPr>
          <a:xfrm>
            <a:off x="307975" y="341526"/>
            <a:ext cx="11576050" cy="430887"/>
          </a:xfrm>
        </p:spPr>
        <p:txBody>
          <a:bodyPr/>
          <a:lstStyle/>
          <a:p>
            <a:r>
              <a:rPr lang="en-GB" dirty="0"/>
              <a:t>Click to edit Master title style</a:t>
            </a:r>
            <a:endParaRPr lang="en-US" dirty="0"/>
          </a:p>
        </p:txBody>
      </p:sp>
      <p:sp>
        <p:nvSpPr>
          <p:cNvPr id="7" name="Text Placeholder 2">
            <a:extLst>
              <a:ext uri="{FF2B5EF4-FFF2-40B4-BE49-F238E27FC236}">
                <a16:creationId xmlns:a16="http://schemas.microsoft.com/office/drawing/2014/main" id="{398904FF-9FEA-5D9E-5CA0-2B0462AC2300}"/>
              </a:ext>
            </a:extLst>
          </p:cNvPr>
          <p:cNvSpPr>
            <a:spLocks noGrp="1"/>
          </p:cNvSpPr>
          <p:nvPr>
            <p:ph type="body" idx="1"/>
          </p:nvPr>
        </p:nvSpPr>
        <p:spPr>
          <a:xfrm>
            <a:off x="307975" y="1080317"/>
            <a:ext cx="57118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Content Placeholder 6">
            <a:extLst>
              <a:ext uri="{FF2B5EF4-FFF2-40B4-BE49-F238E27FC236}">
                <a16:creationId xmlns:a16="http://schemas.microsoft.com/office/drawing/2014/main" id="{C1A8DCF7-CF92-3756-CDD3-F0A0D400FF29}"/>
              </a:ext>
            </a:extLst>
          </p:cNvPr>
          <p:cNvSpPr>
            <a:spLocks noGrp="1"/>
          </p:cNvSpPr>
          <p:nvPr>
            <p:ph sz="quarter" idx="15"/>
          </p:nvPr>
        </p:nvSpPr>
        <p:spPr>
          <a:xfrm>
            <a:off x="307975" y="1531852"/>
            <a:ext cx="5711825" cy="4665748"/>
          </a:xfrm>
        </p:spPr>
        <p:txBody>
          <a:bodyPr/>
          <a:lstStyle>
            <a:lvl1pPr>
              <a:defRPr sz="1600"/>
            </a:lvl1pPr>
            <a:lvl2pPr>
              <a:defRPr sz="1600"/>
            </a:lvl2pPr>
            <a:lvl3pPr>
              <a:defRPr sz="16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43369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tement - Prosper Blu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B319-98F2-FCD4-0093-BC434E01D279}"/>
              </a:ext>
            </a:extLst>
          </p:cNvPr>
          <p:cNvSpPr>
            <a:spLocks noGrp="1"/>
          </p:cNvSpPr>
          <p:nvPr>
            <p:ph type="title" hasCustomPrompt="1"/>
          </p:nvPr>
        </p:nvSpPr>
        <p:spPr>
          <a:xfrm>
            <a:off x="295275" y="3251657"/>
            <a:ext cx="11588750" cy="430887"/>
          </a:xfrm>
        </p:spPr>
        <p:txBody>
          <a:bodyPr anchor="ctr"/>
          <a:lstStyle>
            <a:lvl1pPr algn="ctr">
              <a:defRPr sz="2800" b="0"/>
            </a:lvl1pPr>
          </a:lstStyle>
          <a:p>
            <a:r>
              <a:rPr lang="en-US" dirty="0"/>
              <a:t>Statement</a:t>
            </a:r>
          </a:p>
        </p:txBody>
      </p:sp>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A038D732-C571-41D6-A5A4-E71354106017}"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3" name="Text Placeholder 9">
            <a:extLst>
              <a:ext uri="{FF2B5EF4-FFF2-40B4-BE49-F238E27FC236}">
                <a16:creationId xmlns:a16="http://schemas.microsoft.com/office/drawing/2014/main" id="{170A2A34-1FA7-79A4-B761-5AB476D88574}"/>
              </a:ext>
            </a:extLst>
          </p:cNvPr>
          <p:cNvSpPr>
            <a:spLocks noGrp="1"/>
          </p:cNvSpPr>
          <p:nvPr>
            <p:ph type="body" sz="quarter" idx="13" hasCustomPrompt="1"/>
          </p:nvPr>
        </p:nvSpPr>
        <p:spPr>
          <a:xfrm>
            <a:off x="3962400" y="4365625"/>
            <a:ext cx="4267200" cy="215444"/>
          </a:xfrm>
        </p:spPr>
        <p:txBody>
          <a:bodyPr/>
          <a:lstStyle>
            <a:lvl1pPr marL="0" marR="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sz="1400"/>
            </a:lvl1pPr>
            <a:lvl2pPr algn="ctr">
              <a:defRPr/>
            </a:lvl2pPr>
            <a:lvl3pPr algn="ctr">
              <a:defRPr/>
            </a:lvl3pPr>
            <a:lvl4pPr algn="ctr">
              <a:defRPr/>
            </a:lvl4pPr>
            <a:lvl5pPr algn="ctr">
              <a:defRPr/>
            </a:lvl5p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Insert sub-headline here</a:t>
            </a:r>
            <a:endParaRPr lang="en-TH" dirty="0"/>
          </a:p>
        </p:txBody>
      </p:sp>
    </p:spTree>
    <p:extLst>
      <p:ext uri="{BB962C8B-B14F-4D97-AF65-F5344CB8AC3E}">
        <p14:creationId xmlns:p14="http://schemas.microsoft.com/office/powerpoint/2010/main" val="2408323874"/>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 - whit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3766B9F5-7231-4622-BFF2-7A2DAF53A0D8}"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9" name="Title 1">
            <a:extLst>
              <a:ext uri="{FF2B5EF4-FFF2-40B4-BE49-F238E27FC236}">
                <a16:creationId xmlns:a16="http://schemas.microsoft.com/office/drawing/2014/main" id="{98FA0DB4-E7FE-8F81-5F54-CE52157B548B}"/>
              </a:ext>
            </a:extLst>
          </p:cNvPr>
          <p:cNvSpPr>
            <a:spLocks noGrp="1"/>
          </p:cNvSpPr>
          <p:nvPr>
            <p:ph type="title" hasCustomPrompt="1"/>
          </p:nvPr>
        </p:nvSpPr>
        <p:spPr>
          <a:xfrm>
            <a:off x="295275" y="3251657"/>
            <a:ext cx="11588750" cy="430887"/>
          </a:xfrm>
        </p:spPr>
        <p:txBody>
          <a:bodyPr anchor="ctr"/>
          <a:lstStyle>
            <a:lvl1pPr algn="ctr">
              <a:defRPr sz="2800" b="0"/>
            </a:lvl1pPr>
          </a:lstStyle>
          <a:p>
            <a:r>
              <a:rPr lang="en-US"/>
              <a:t>Statement</a:t>
            </a:r>
          </a:p>
        </p:txBody>
      </p:sp>
      <p:sp>
        <p:nvSpPr>
          <p:cNvPr id="2" name="Text Placeholder 9">
            <a:extLst>
              <a:ext uri="{FF2B5EF4-FFF2-40B4-BE49-F238E27FC236}">
                <a16:creationId xmlns:a16="http://schemas.microsoft.com/office/drawing/2014/main" id="{DCED8907-8F31-B442-EC28-622AC36483DD}"/>
              </a:ext>
            </a:extLst>
          </p:cNvPr>
          <p:cNvSpPr>
            <a:spLocks noGrp="1"/>
          </p:cNvSpPr>
          <p:nvPr>
            <p:ph type="body" sz="quarter" idx="13" hasCustomPrompt="1"/>
          </p:nvPr>
        </p:nvSpPr>
        <p:spPr>
          <a:xfrm>
            <a:off x="3962400" y="4365625"/>
            <a:ext cx="4267200" cy="215444"/>
          </a:xfrm>
        </p:spPr>
        <p:txBody>
          <a:bodyPr/>
          <a:lstStyle>
            <a:lvl1pPr marL="0" marR="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sz="1400"/>
            </a:lvl1pPr>
            <a:lvl2pPr algn="ctr">
              <a:defRPr/>
            </a:lvl2pPr>
            <a:lvl3pPr algn="ctr">
              <a:defRPr/>
            </a:lvl3pPr>
            <a:lvl4pPr algn="ctr">
              <a:defRPr/>
            </a:lvl4pPr>
            <a:lvl5pPr algn="ctr">
              <a:defRPr/>
            </a:lvl5p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Insert sub-headline here</a:t>
            </a:r>
            <a:endParaRPr lang="en-TH" dirty="0"/>
          </a:p>
        </p:txBody>
      </p:sp>
    </p:spTree>
    <p:extLst>
      <p:ext uri="{BB962C8B-B14F-4D97-AF65-F5344CB8AC3E}">
        <p14:creationId xmlns:p14="http://schemas.microsoft.com/office/powerpoint/2010/main" val="3911520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s/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24C09-6B2F-2DA1-C313-32C1A06AE1D0}"/>
              </a:ext>
            </a:extLst>
          </p:cNvPr>
          <p:cNvSpPr>
            <a:spLocks noGrp="1"/>
          </p:cNvSpPr>
          <p:nvPr>
            <p:ph type="title" hasCustomPrompt="1"/>
          </p:nvPr>
        </p:nvSpPr>
        <p:spPr/>
        <p:txBody>
          <a:bodyPr/>
          <a:lstStyle/>
          <a:p>
            <a:r>
              <a:rPr lang="en-US" dirty="0"/>
              <a:t>Contents</a:t>
            </a:r>
            <a:endParaRPr lang="en-TH" dirty="0"/>
          </a:p>
        </p:txBody>
      </p:sp>
      <p:sp>
        <p:nvSpPr>
          <p:cNvPr id="3" name="Date Placeholder 2">
            <a:extLst>
              <a:ext uri="{FF2B5EF4-FFF2-40B4-BE49-F238E27FC236}">
                <a16:creationId xmlns:a16="http://schemas.microsoft.com/office/drawing/2014/main" id="{A9907D78-B4B7-62BA-44C3-1CFCFDF7BE5E}"/>
              </a:ext>
            </a:extLst>
          </p:cNvPr>
          <p:cNvSpPr>
            <a:spLocks noGrp="1"/>
          </p:cNvSpPr>
          <p:nvPr>
            <p:ph type="dt" sz="half" idx="10"/>
          </p:nvPr>
        </p:nvSpPr>
        <p:spPr/>
        <p:txBody>
          <a:bodyPr/>
          <a:lstStyle/>
          <a:p>
            <a:fld id="{B182B833-70BE-4380-8398-84C096584017}" type="datetime3">
              <a:rPr lang="en-US" smtClean="0"/>
              <a:t>9 August 2026</a:t>
            </a:fld>
            <a:endParaRPr lang="en-US"/>
          </a:p>
        </p:txBody>
      </p:sp>
      <p:sp>
        <p:nvSpPr>
          <p:cNvPr id="4" name="Footer Placeholder 3">
            <a:extLst>
              <a:ext uri="{FF2B5EF4-FFF2-40B4-BE49-F238E27FC236}">
                <a16:creationId xmlns:a16="http://schemas.microsoft.com/office/drawing/2014/main" id="{0FF06C0B-8B20-387B-D71B-3BAA4A291D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440446-DAA4-6839-5A6C-7412E8F8DF44}"/>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7" name="Text Placeholder 6">
            <a:extLst>
              <a:ext uri="{FF2B5EF4-FFF2-40B4-BE49-F238E27FC236}">
                <a16:creationId xmlns:a16="http://schemas.microsoft.com/office/drawing/2014/main" id="{D96ABE67-0BC5-6CF9-7651-3C70B00F6080}"/>
              </a:ext>
            </a:extLst>
          </p:cNvPr>
          <p:cNvSpPr>
            <a:spLocks noGrp="1"/>
          </p:cNvSpPr>
          <p:nvPr>
            <p:ph type="body" idx="13" hasCustomPrompt="1"/>
          </p:nvPr>
        </p:nvSpPr>
        <p:spPr>
          <a:xfrm>
            <a:off x="307975" y="1065213"/>
            <a:ext cx="7667625" cy="5135562"/>
          </a:xfrm>
        </p:spPr>
        <p:txBody>
          <a:bodyPr/>
          <a:lstStyle>
            <a:lvl1pPr marL="0" indent="0">
              <a:tabLst>
                <a:tab pos="7591425" algn="r"/>
              </a:tabLst>
              <a:defRPr b="0" i="0" baseline="0">
                <a:solidFill>
                  <a:schemeClr val="tx1"/>
                </a:solidFill>
                <a:latin typeface="+mn-lt"/>
              </a:defRPr>
            </a:lvl1pPr>
          </a:lstStyle>
          <a:p>
            <a:pPr lvl="0"/>
            <a:r>
              <a:rPr lang="en-US" dirty="0"/>
              <a:t>Edit page title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p:txBody>
      </p:sp>
    </p:spTree>
    <p:extLst>
      <p:ext uri="{BB962C8B-B14F-4D97-AF65-F5344CB8AC3E}">
        <p14:creationId xmlns:p14="http://schemas.microsoft.com/office/powerpoint/2010/main" val="405212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s/agenda - Prosper Blue">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A038D732-C571-41D6-A5A4-E71354106017}"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7" name="Title 1">
            <a:extLst>
              <a:ext uri="{FF2B5EF4-FFF2-40B4-BE49-F238E27FC236}">
                <a16:creationId xmlns:a16="http://schemas.microsoft.com/office/drawing/2014/main" id="{5B8146F7-323F-C09A-149B-6A377A1EA357}"/>
              </a:ext>
            </a:extLst>
          </p:cNvPr>
          <p:cNvSpPr>
            <a:spLocks noGrp="1"/>
          </p:cNvSpPr>
          <p:nvPr>
            <p:ph type="title" hasCustomPrompt="1"/>
          </p:nvPr>
        </p:nvSpPr>
        <p:spPr>
          <a:xfrm>
            <a:off x="307975" y="341526"/>
            <a:ext cx="11576050" cy="397738"/>
          </a:xfrm>
        </p:spPr>
        <p:txBody>
          <a:bodyPr/>
          <a:lstStyle>
            <a:lvl1pPr>
              <a:defRPr>
                <a:solidFill>
                  <a:schemeClr val="tx1"/>
                </a:solidFill>
              </a:defRPr>
            </a:lvl1pPr>
          </a:lstStyle>
          <a:p>
            <a:r>
              <a:rPr lang="en-US" dirty="0"/>
              <a:t>Contents</a:t>
            </a:r>
            <a:endParaRPr lang="en-TH" dirty="0"/>
          </a:p>
        </p:txBody>
      </p:sp>
      <p:sp>
        <p:nvSpPr>
          <p:cNvPr id="8" name="Text Placeholder 6">
            <a:extLst>
              <a:ext uri="{FF2B5EF4-FFF2-40B4-BE49-F238E27FC236}">
                <a16:creationId xmlns:a16="http://schemas.microsoft.com/office/drawing/2014/main" id="{97BEA996-C245-2E06-99A3-B44DC2ECFDE0}"/>
              </a:ext>
            </a:extLst>
          </p:cNvPr>
          <p:cNvSpPr>
            <a:spLocks noGrp="1"/>
          </p:cNvSpPr>
          <p:nvPr>
            <p:ph type="body" idx="13" hasCustomPrompt="1"/>
          </p:nvPr>
        </p:nvSpPr>
        <p:spPr>
          <a:xfrm>
            <a:off x="307975" y="1065212"/>
            <a:ext cx="7667625" cy="5132388"/>
          </a:xfrm>
        </p:spPr>
        <p:txBody>
          <a:bodyPr/>
          <a:lstStyle>
            <a:lvl1pPr marL="0" indent="0">
              <a:tabLst>
                <a:tab pos="7591425" algn="r"/>
              </a:tabLst>
              <a:defRPr b="0" i="0" baseline="0">
                <a:solidFill>
                  <a:schemeClr val="tx1"/>
                </a:solidFill>
                <a:latin typeface="+mn-lt"/>
              </a:defRPr>
            </a:lvl1pPr>
          </a:lstStyle>
          <a:p>
            <a:pPr lvl="0"/>
            <a:r>
              <a:rPr lang="en-US" dirty="0"/>
              <a:t>Edit page title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7591425" algn="r"/>
              </a:tabLst>
              <a:defRPr/>
            </a:pPr>
            <a:r>
              <a:rPr lang="en-US" dirty="0"/>
              <a:t>Edit page title	#</a:t>
            </a:r>
            <a:endParaRPr lang="en-TH" dirty="0"/>
          </a:p>
        </p:txBody>
      </p:sp>
    </p:spTree>
    <p:extLst>
      <p:ext uri="{BB962C8B-B14F-4D97-AF65-F5344CB8AC3E}">
        <p14:creationId xmlns:p14="http://schemas.microsoft.com/office/powerpoint/2010/main" val="53365130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trategy - Prosper Blue">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A038D732-C571-41D6-A5A4-E71354106017}"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7" name="Title 1">
            <a:extLst>
              <a:ext uri="{FF2B5EF4-FFF2-40B4-BE49-F238E27FC236}">
                <a16:creationId xmlns:a16="http://schemas.microsoft.com/office/drawing/2014/main" id="{27A0C11F-DD9C-8E57-4522-0446FB2EE34C}"/>
              </a:ext>
            </a:extLst>
          </p:cNvPr>
          <p:cNvSpPr>
            <a:spLocks noGrp="1"/>
          </p:cNvSpPr>
          <p:nvPr>
            <p:ph type="title"/>
          </p:nvPr>
        </p:nvSpPr>
        <p:spPr>
          <a:xfrm>
            <a:off x="307975" y="341526"/>
            <a:ext cx="5711825" cy="397738"/>
          </a:xfrm>
        </p:spPr>
        <p:txBody>
          <a:bodyPr/>
          <a:lstStyle>
            <a:lvl1pPr>
              <a:defRPr>
                <a:solidFill>
                  <a:schemeClr val="tx1"/>
                </a:solidFill>
              </a:defRPr>
            </a:lvl1pPr>
          </a:lstStyle>
          <a:p>
            <a:r>
              <a:rPr lang="en-GB" dirty="0"/>
              <a:t>Click to edit Master title style</a:t>
            </a:r>
            <a:endParaRPr lang="en-US" dirty="0"/>
          </a:p>
        </p:txBody>
      </p:sp>
      <p:sp>
        <p:nvSpPr>
          <p:cNvPr id="8" name="Content Placeholder 2">
            <a:extLst>
              <a:ext uri="{FF2B5EF4-FFF2-40B4-BE49-F238E27FC236}">
                <a16:creationId xmlns:a16="http://schemas.microsoft.com/office/drawing/2014/main" id="{8272FED2-D604-B9A2-DF74-B787089123C1}"/>
              </a:ext>
            </a:extLst>
          </p:cNvPr>
          <p:cNvSpPr>
            <a:spLocks noGrp="1"/>
          </p:cNvSpPr>
          <p:nvPr>
            <p:ph idx="1"/>
          </p:nvPr>
        </p:nvSpPr>
        <p:spPr>
          <a:xfrm>
            <a:off x="307975" y="1067792"/>
            <a:ext cx="3484797" cy="512980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3" name="Picture 2" descr="A diagram of a different approach&#10;&#10;AI-generated content may be incorrect.">
            <a:extLst>
              <a:ext uri="{FF2B5EF4-FFF2-40B4-BE49-F238E27FC236}">
                <a16:creationId xmlns:a16="http://schemas.microsoft.com/office/drawing/2014/main" id="{D3AEEA72-4C3E-13F2-CCFD-2B190D4AA4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0650" y="952499"/>
            <a:ext cx="8280399" cy="4657725"/>
          </a:xfrm>
          <a:prstGeom prst="rect">
            <a:avLst/>
          </a:prstGeom>
        </p:spPr>
      </p:pic>
    </p:spTree>
    <p:extLst>
      <p:ext uri="{BB962C8B-B14F-4D97-AF65-F5344CB8AC3E}">
        <p14:creationId xmlns:p14="http://schemas.microsoft.com/office/powerpoint/2010/main" val="280427269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trategy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CFB5A2-843F-CEA0-6935-666787F6637C}"/>
              </a:ext>
            </a:extLst>
          </p:cNvPr>
          <p:cNvSpPr>
            <a:spLocks noGrp="1"/>
          </p:cNvSpPr>
          <p:nvPr>
            <p:ph type="dt" sz="half" idx="10"/>
          </p:nvPr>
        </p:nvSpPr>
        <p:spPr/>
        <p:txBody>
          <a:bodyPr/>
          <a:lstStyle/>
          <a:p>
            <a:fld id="{A038D732-C571-41D6-A5A4-E71354106017}" type="datetime3">
              <a:rPr lang="en-US" smtClean="0"/>
              <a:t>9 August 2026</a:t>
            </a:fld>
            <a:endParaRPr lang="en-US"/>
          </a:p>
        </p:txBody>
      </p:sp>
      <p:sp>
        <p:nvSpPr>
          <p:cNvPr id="5" name="Footer Placeholder 4">
            <a:extLst>
              <a:ext uri="{FF2B5EF4-FFF2-40B4-BE49-F238E27FC236}">
                <a16:creationId xmlns:a16="http://schemas.microsoft.com/office/drawing/2014/main" id="{33E7F459-A526-2F3A-40F3-4806A3A9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87E88-A4C1-19CC-542E-6EF992DB491C}"/>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7" name="Title 1">
            <a:extLst>
              <a:ext uri="{FF2B5EF4-FFF2-40B4-BE49-F238E27FC236}">
                <a16:creationId xmlns:a16="http://schemas.microsoft.com/office/drawing/2014/main" id="{27A0C11F-DD9C-8E57-4522-0446FB2EE34C}"/>
              </a:ext>
            </a:extLst>
          </p:cNvPr>
          <p:cNvSpPr>
            <a:spLocks noGrp="1"/>
          </p:cNvSpPr>
          <p:nvPr>
            <p:ph type="title"/>
          </p:nvPr>
        </p:nvSpPr>
        <p:spPr>
          <a:xfrm>
            <a:off x="307975" y="341526"/>
            <a:ext cx="5711825" cy="397738"/>
          </a:xfrm>
        </p:spPr>
        <p:txBody>
          <a:bodyPr/>
          <a:lstStyle>
            <a:lvl1pPr>
              <a:defRPr>
                <a:solidFill>
                  <a:schemeClr val="tx1"/>
                </a:solidFill>
              </a:defRPr>
            </a:lvl1pPr>
          </a:lstStyle>
          <a:p>
            <a:r>
              <a:rPr lang="en-GB" dirty="0"/>
              <a:t>Click to edit Master title style</a:t>
            </a:r>
            <a:endParaRPr lang="en-US" dirty="0"/>
          </a:p>
        </p:txBody>
      </p:sp>
      <p:sp>
        <p:nvSpPr>
          <p:cNvPr id="8" name="Content Placeholder 2">
            <a:extLst>
              <a:ext uri="{FF2B5EF4-FFF2-40B4-BE49-F238E27FC236}">
                <a16:creationId xmlns:a16="http://schemas.microsoft.com/office/drawing/2014/main" id="{8272FED2-D604-B9A2-DF74-B787089123C1}"/>
              </a:ext>
            </a:extLst>
          </p:cNvPr>
          <p:cNvSpPr>
            <a:spLocks noGrp="1"/>
          </p:cNvSpPr>
          <p:nvPr>
            <p:ph idx="1"/>
          </p:nvPr>
        </p:nvSpPr>
        <p:spPr>
          <a:xfrm>
            <a:off x="307975" y="1067792"/>
            <a:ext cx="3484797" cy="512980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3" name="Picture 2">
            <a:extLst>
              <a:ext uri="{FF2B5EF4-FFF2-40B4-BE49-F238E27FC236}">
                <a16:creationId xmlns:a16="http://schemas.microsoft.com/office/drawing/2014/main" id="{D3AEEA72-4C3E-13F2-CCFD-2B190D4AA482}"/>
              </a:ext>
            </a:extLst>
          </p:cNvPr>
          <p:cNvPicPr>
            <a:picLocks noChangeAspect="1"/>
          </p:cNvPicPr>
          <p:nvPr userDrawn="1"/>
        </p:nvPicPr>
        <p:blipFill>
          <a:blip r:embed="rId2">
            <a:extLst>
              <a:ext uri="{28A0092B-C50C-407E-A947-70E740481C1C}">
                <a14:useLocalDpi xmlns:a14="http://schemas.microsoft.com/office/drawing/2010/main" val="0"/>
              </a:ext>
            </a:extLst>
          </a:blip>
          <a:srcRect l="3" r="3"/>
          <a:stretch/>
        </p:blipFill>
        <p:spPr>
          <a:xfrm>
            <a:off x="3930650" y="952499"/>
            <a:ext cx="8279968" cy="4657725"/>
          </a:xfrm>
          <a:prstGeom prst="rect">
            <a:avLst/>
          </a:prstGeom>
        </p:spPr>
      </p:pic>
    </p:spTree>
    <p:extLst>
      <p:ext uri="{BB962C8B-B14F-4D97-AF65-F5344CB8AC3E}">
        <p14:creationId xmlns:p14="http://schemas.microsoft.com/office/powerpoint/2010/main" val="426529480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7975" y="1067792"/>
            <a:ext cx="11576050" cy="5132983"/>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E3086135-A19E-49FA-9A00-ED1E62D679E3}"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Tree>
    <p:extLst>
      <p:ext uri="{BB962C8B-B14F-4D97-AF65-F5344CB8AC3E}">
        <p14:creationId xmlns:p14="http://schemas.microsoft.com/office/powerpoint/2010/main" val="4193212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 Column content option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7975" y="1054100"/>
            <a:ext cx="11576050" cy="16070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65220350-7E43-4020-94CC-EFE792545847}"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8" name="Content Placeholder 2">
            <a:extLst>
              <a:ext uri="{FF2B5EF4-FFF2-40B4-BE49-F238E27FC236}">
                <a16:creationId xmlns:a16="http://schemas.microsoft.com/office/drawing/2014/main" id="{CA41C775-851D-35DE-968A-7667AB0078C8}"/>
              </a:ext>
            </a:extLst>
          </p:cNvPr>
          <p:cNvSpPr>
            <a:spLocks noGrp="1"/>
          </p:cNvSpPr>
          <p:nvPr>
            <p:ph idx="13"/>
          </p:nvPr>
        </p:nvSpPr>
        <p:spPr>
          <a:xfrm>
            <a:off x="307975" y="2796006"/>
            <a:ext cx="11576050" cy="340159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604233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 Column content option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7975" y="1067793"/>
            <a:ext cx="11576050" cy="248185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3CB274D3-9FC0-47BF-A263-A0EA1EFBAAE1}"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8" name="Text Placeholder 2">
            <a:extLst>
              <a:ext uri="{FF2B5EF4-FFF2-40B4-BE49-F238E27FC236}">
                <a16:creationId xmlns:a16="http://schemas.microsoft.com/office/drawing/2014/main" id="{C4AA2B8F-A146-D32D-B6E3-CDCE47B9D800}"/>
              </a:ext>
            </a:extLst>
          </p:cNvPr>
          <p:cNvSpPr>
            <a:spLocks noGrp="1"/>
          </p:cNvSpPr>
          <p:nvPr>
            <p:ph type="body" idx="14"/>
          </p:nvPr>
        </p:nvSpPr>
        <p:spPr>
          <a:xfrm>
            <a:off x="307975" y="3715440"/>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9" name="Text Placeholder 2">
            <a:extLst>
              <a:ext uri="{FF2B5EF4-FFF2-40B4-BE49-F238E27FC236}">
                <a16:creationId xmlns:a16="http://schemas.microsoft.com/office/drawing/2014/main" id="{2C63EF9B-FBFE-51ED-B900-10899BC41F6D}"/>
              </a:ext>
            </a:extLst>
          </p:cNvPr>
          <p:cNvSpPr>
            <a:spLocks noGrp="1"/>
          </p:cNvSpPr>
          <p:nvPr>
            <p:ph type="body" idx="15"/>
          </p:nvPr>
        </p:nvSpPr>
        <p:spPr>
          <a:xfrm>
            <a:off x="4219575" y="3715440"/>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2">
            <a:extLst>
              <a:ext uri="{FF2B5EF4-FFF2-40B4-BE49-F238E27FC236}">
                <a16:creationId xmlns:a16="http://schemas.microsoft.com/office/drawing/2014/main" id="{96580607-6AD0-D079-54D8-0619D8F7DA88}"/>
              </a:ext>
            </a:extLst>
          </p:cNvPr>
          <p:cNvSpPr>
            <a:spLocks noGrp="1"/>
          </p:cNvSpPr>
          <p:nvPr>
            <p:ph type="body" idx="16"/>
          </p:nvPr>
        </p:nvSpPr>
        <p:spPr>
          <a:xfrm>
            <a:off x="8131175" y="3715440"/>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1" name="Content Placeholder 2">
            <a:extLst>
              <a:ext uri="{FF2B5EF4-FFF2-40B4-BE49-F238E27FC236}">
                <a16:creationId xmlns:a16="http://schemas.microsoft.com/office/drawing/2014/main" id="{5984181B-B2E5-E462-AF82-4D1259692B21}"/>
              </a:ext>
            </a:extLst>
          </p:cNvPr>
          <p:cNvSpPr>
            <a:spLocks noGrp="1"/>
          </p:cNvSpPr>
          <p:nvPr>
            <p:ph idx="17"/>
          </p:nvPr>
        </p:nvSpPr>
        <p:spPr>
          <a:xfrm>
            <a:off x="307975" y="3987384"/>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5F4FE17A-B0BE-423C-5A58-665F450ABA4B}"/>
              </a:ext>
            </a:extLst>
          </p:cNvPr>
          <p:cNvSpPr>
            <a:spLocks noGrp="1"/>
          </p:cNvSpPr>
          <p:nvPr>
            <p:ph idx="18"/>
          </p:nvPr>
        </p:nvSpPr>
        <p:spPr>
          <a:xfrm>
            <a:off x="4220252" y="3987384"/>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2">
            <a:extLst>
              <a:ext uri="{FF2B5EF4-FFF2-40B4-BE49-F238E27FC236}">
                <a16:creationId xmlns:a16="http://schemas.microsoft.com/office/drawing/2014/main" id="{0C63FEF3-EE58-ECE5-7997-D11B2192BB93}"/>
              </a:ext>
            </a:extLst>
          </p:cNvPr>
          <p:cNvSpPr>
            <a:spLocks noGrp="1"/>
          </p:cNvSpPr>
          <p:nvPr>
            <p:ph idx="19"/>
          </p:nvPr>
        </p:nvSpPr>
        <p:spPr>
          <a:xfrm>
            <a:off x="8131175" y="3987384"/>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22047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 Column content option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005644F7-C268-4D48-B3B9-60D3C8D487B2}"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8" name="Text Placeholder 2">
            <a:extLst>
              <a:ext uri="{FF2B5EF4-FFF2-40B4-BE49-F238E27FC236}">
                <a16:creationId xmlns:a16="http://schemas.microsoft.com/office/drawing/2014/main" id="{C4AA2B8F-A146-D32D-B6E3-CDCE47B9D800}"/>
              </a:ext>
            </a:extLst>
          </p:cNvPr>
          <p:cNvSpPr>
            <a:spLocks noGrp="1"/>
          </p:cNvSpPr>
          <p:nvPr>
            <p:ph type="body" idx="14"/>
          </p:nvPr>
        </p:nvSpPr>
        <p:spPr>
          <a:xfrm>
            <a:off x="307975" y="1073841"/>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9" name="Text Placeholder 2">
            <a:extLst>
              <a:ext uri="{FF2B5EF4-FFF2-40B4-BE49-F238E27FC236}">
                <a16:creationId xmlns:a16="http://schemas.microsoft.com/office/drawing/2014/main" id="{2C63EF9B-FBFE-51ED-B900-10899BC41F6D}"/>
              </a:ext>
            </a:extLst>
          </p:cNvPr>
          <p:cNvSpPr>
            <a:spLocks noGrp="1"/>
          </p:cNvSpPr>
          <p:nvPr>
            <p:ph type="body" idx="15"/>
          </p:nvPr>
        </p:nvSpPr>
        <p:spPr>
          <a:xfrm>
            <a:off x="4219575" y="1073841"/>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2">
            <a:extLst>
              <a:ext uri="{FF2B5EF4-FFF2-40B4-BE49-F238E27FC236}">
                <a16:creationId xmlns:a16="http://schemas.microsoft.com/office/drawing/2014/main" id="{96580607-6AD0-D079-54D8-0619D8F7DA88}"/>
              </a:ext>
            </a:extLst>
          </p:cNvPr>
          <p:cNvSpPr>
            <a:spLocks noGrp="1"/>
          </p:cNvSpPr>
          <p:nvPr>
            <p:ph type="body" idx="16"/>
          </p:nvPr>
        </p:nvSpPr>
        <p:spPr>
          <a:xfrm>
            <a:off x="8131175" y="1073841"/>
            <a:ext cx="37560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1" name="Content Placeholder 2">
            <a:extLst>
              <a:ext uri="{FF2B5EF4-FFF2-40B4-BE49-F238E27FC236}">
                <a16:creationId xmlns:a16="http://schemas.microsoft.com/office/drawing/2014/main" id="{5984181B-B2E5-E462-AF82-4D1259692B21}"/>
              </a:ext>
            </a:extLst>
          </p:cNvPr>
          <p:cNvSpPr>
            <a:spLocks noGrp="1"/>
          </p:cNvSpPr>
          <p:nvPr>
            <p:ph idx="17"/>
          </p:nvPr>
        </p:nvSpPr>
        <p:spPr>
          <a:xfrm>
            <a:off x="307975" y="134578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5F4FE17A-B0BE-423C-5A58-665F450ABA4B}"/>
              </a:ext>
            </a:extLst>
          </p:cNvPr>
          <p:cNvSpPr>
            <a:spLocks noGrp="1"/>
          </p:cNvSpPr>
          <p:nvPr>
            <p:ph idx="18"/>
          </p:nvPr>
        </p:nvSpPr>
        <p:spPr>
          <a:xfrm>
            <a:off x="4220252" y="134578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2">
            <a:extLst>
              <a:ext uri="{FF2B5EF4-FFF2-40B4-BE49-F238E27FC236}">
                <a16:creationId xmlns:a16="http://schemas.microsoft.com/office/drawing/2014/main" id="{0C63FEF3-EE58-ECE5-7997-D11B2192BB93}"/>
              </a:ext>
            </a:extLst>
          </p:cNvPr>
          <p:cNvSpPr>
            <a:spLocks noGrp="1"/>
          </p:cNvSpPr>
          <p:nvPr>
            <p:ph idx="19"/>
          </p:nvPr>
        </p:nvSpPr>
        <p:spPr>
          <a:xfrm>
            <a:off x="8131175" y="134578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2">
            <a:extLst>
              <a:ext uri="{FF2B5EF4-FFF2-40B4-BE49-F238E27FC236}">
                <a16:creationId xmlns:a16="http://schemas.microsoft.com/office/drawing/2014/main" id="{E7A92B5B-D94C-3693-2AE2-252B94618226}"/>
              </a:ext>
            </a:extLst>
          </p:cNvPr>
          <p:cNvSpPr>
            <a:spLocks noGrp="1"/>
          </p:cNvSpPr>
          <p:nvPr>
            <p:ph type="body" idx="20"/>
          </p:nvPr>
        </p:nvSpPr>
        <p:spPr>
          <a:xfrm>
            <a:off x="307975" y="3712414"/>
            <a:ext cx="115792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5" name="Content Placeholder 2">
            <a:extLst>
              <a:ext uri="{FF2B5EF4-FFF2-40B4-BE49-F238E27FC236}">
                <a16:creationId xmlns:a16="http://schemas.microsoft.com/office/drawing/2014/main" id="{B973B15A-3EF1-822C-1ED3-7DEFE477FA3C}"/>
              </a:ext>
            </a:extLst>
          </p:cNvPr>
          <p:cNvSpPr>
            <a:spLocks noGrp="1"/>
          </p:cNvSpPr>
          <p:nvPr>
            <p:ph idx="21"/>
          </p:nvPr>
        </p:nvSpPr>
        <p:spPr>
          <a:xfrm>
            <a:off x="307975" y="3984358"/>
            <a:ext cx="11576050" cy="2210215"/>
          </a:xfrm>
        </p:spPr>
        <p:txBody>
          <a:bodyPr>
            <a:noAutofit/>
          </a:bodyPr>
          <a:lstStyle>
            <a:lvl1pPr>
              <a:defRPr sz="1200"/>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888481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4800" y="1068388"/>
            <a:ext cx="5711825" cy="5134571"/>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89670C41-8D52-48AE-90F4-85D11A13038B}"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8" name="Content Placeholder 7">
            <a:extLst>
              <a:ext uri="{FF2B5EF4-FFF2-40B4-BE49-F238E27FC236}">
                <a16:creationId xmlns:a16="http://schemas.microsoft.com/office/drawing/2014/main" id="{E60B1F46-6102-36A6-C1BA-370DD7E7A045}"/>
              </a:ext>
            </a:extLst>
          </p:cNvPr>
          <p:cNvSpPr>
            <a:spLocks noGrp="1"/>
          </p:cNvSpPr>
          <p:nvPr>
            <p:ph sz="quarter" idx="13"/>
          </p:nvPr>
        </p:nvSpPr>
        <p:spPr>
          <a:xfrm>
            <a:off x="6172200" y="1068388"/>
            <a:ext cx="5711824" cy="51339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H"/>
          </a:p>
        </p:txBody>
      </p:sp>
    </p:spTree>
    <p:extLst>
      <p:ext uri="{BB962C8B-B14F-4D97-AF65-F5344CB8AC3E}">
        <p14:creationId xmlns:p14="http://schemas.microsoft.com/office/powerpoint/2010/main" val="781370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lumn content option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nchor="t" anchorCtr="0"/>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7975" y="1067793"/>
            <a:ext cx="5715000" cy="2487612"/>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121AB3C3-3FCD-457B-BB33-4E58FC102D31}"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8" name="Content Placeholder 7">
            <a:extLst>
              <a:ext uri="{FF2B5EF4-FFF2-40B4-BE49-F238E27FC236}">
                <a16:creationId xmlns:a16="http://schemas.microsoft.com/office/drawing/2014/main" id="{E60B1F46-6102-36A6-C1BA-370DD7E7A045}"/>
              </a:ext>
            </a:extLst>
          </p:cNvPr>
          <p:cNvSpPr>
            <a:spLocks noGrp="1"/>
          </p:cNvSpPr>
          <p:nvPr>
            <p:ph sz="quarter" idx="13"/>
          </p:nvPr>
        </p:nvSpPr>
        <p:spPr>
          <a:xfrm>
            <a:off x="6169024" y="1068388"/>
            <a:ext cx="5715001" cy="2487612"/>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H"/>
          </a:p>
        </p:txBody>
      </p:sp>
      <p:sp>
        <p:nvSpPr>
          <p:cNvPr id="15" name="Text Placeholder 2">
            <a:extLst>
              <a:ext uri="{FF2B5EF4-FFF2-40B4-BE49-F238E27FC236}">
                <a16:creationId xmlns:a16="http://schemas.microsoft.com/office/drawing/2014/main" id="{24A3EA73-A258-0896-E816-35222BC9F4AC}"/>
              </a:ext>
            </a:extLst>
          </p:cNvPr>
          <p:cNvSpPr>
            <a:spLocks noGrp="1"/>
          </p:cNvSpPr>
          <p:nvPr>
            <p:ph type="body" idx="14"/>
          </p:nvPr>
        </p:nvSpPr>
        <p:spPr>
          <a:xfrm>
            <a:off x="307975" y="371544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Content Placeholder 2">
            <a:extLst>
              <a:ext uri="{FF2B5EF4-FFF2-40B4-BE49-F238E27FC236}">
                <a16:creationId xmlns:a16="http://schemas.microsoft.com/office/drawing/2014/main" id="{3F23E582-6630-2F51-465C-288AE45C1DFB}"/>
              </a:ext>
            </a:extLst>
          </p:cNvPr>
          <p:cNvSpPr>
            <a:spLocks noGrp="1"/>
          </p:cNvSpPr>
          <p:nvPr>
            <p:ph idx="17"/>
          </p:nvPr>
        </p:nvSpPr>
        <p:spPr>
          <a:xfrm>
            <a:off x="307975" y="398738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Text Placeholder 2">
            <a:extLst>
              <a:ext uri="{FF2B5EF4-FFF2-40B4-BE49-F238E27FC236}">
                <a16:creationId xmlns:a16="http://schemas.microsoft.com/office/drawing/2014/main" id="{A7B421CB-2E19-214C-855E-EC604F72C5C7}"/>
              </a:ext>
            </a:extLst>
          </p:cNvPr>
          <p:cNvSpPr>
            <a:spLocks noGrp="1"/>
          </p:cNvSpPr>
          <p:nvPr>
            <p:ph type="body" idx="18"/>
          </p:nvPr>
        </p:nvSpPr>
        <p:spPr>
          <a:xfrm>
            <a:off x="6169024" y="371544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8" name="Content Placeholder 2">
            <a:extLst>
              <a:ext uri="{FF2B5EF4-FFF2-40B4-BE49-F238E27FC236}">
                <a16:creationId xmlns:a16="http://schemas.microsoft.com/office/drawing/2014/main" id="{056AA9A9-29D2-B46E-B9CB-A96BE19A2A08}"/>
              </a:ext>
            </a:extLst>
          </p:cNvPr>
          <p:cNvSpPr>
            <a:spLocks noGrp="1"/>
          </p:cNvSpPr>
          <p:nvPr>
            <p:ph idx="19"/>
          </p:nvPr>
        </p:nvSpPr>
        <p:spPr>
          <a:xfrm>
            <a:off x="6169024" y="398738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112288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 content option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nchor="t" anchorCtr="0"/>
          <a:lstStyle/>
          <a:p>
            <a:r>
              <a:rPr lang="en-GB"/>
              <a:t>Click to edit Master title style</a:t>
            </a:r>
            <a:endParaRPr lang="en-US"/>
          </a:p>
        </p:txBody>
      </p:sp>
      <p:sp>
        <p:nvSpPr>
          <p:cNvPr id="3" name="Content Placeholder 2">
            <a:extLst>
              <a:ext uri="{FF2B5EF4-FFF2-40B4-BE49-F238E27FC236}">
                <a16:creationId xmlns:a16="http://schemas.microsoft.com/office/drawing/2014/main" id="{EA08A9FE-B9B0-92A1-9522-10A524F30D30}"/>
              </a:ext>
            </a:extLst>
          </p:cNvPr>
          <p:cNvSpPr>
            <a:spLocks noGrp="1"/>
          </p:cNvSpPr>
          <p:nvPr>
            <p:ph idx="1"/>
          </p:nvPr>
        </p:nvSpPr>
        <p:spPr>
          <a:xfrm>
            <a:off x="307975" y="1067792"/>
            <a:ext cx="5715000" cy="5129808"/>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83DCA4DE-A8D7-4B9F-B994-F8D290271116}"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2" name="Text Placeholder 2">
            <a:extLst>
              <a:ext uri="{FF2B5EF4-FFF2-40B4-BE49-F238E27FC236}">
                <a16:creationId xmlns:a16="http://schemas.microsoft.com/office/drawing/2014/main" id="{8ED93DA5-64DC-7F7B-EF32-4EC50A2A59AA}"/>
              </a:ext>
            </a:extLst>
          </p:cNvPr>
          <p:cNvSpPr>
            <a:spLocks noGrp="1"/>
          </p:cNvSpPr>
          <p:nvPr>
            <p:ph type="body" idx="14"/>
          </p:nvPr>
        </p:nvSpPr>
        <p:spPr>
          <a:xfrm>
            <a:off x="6175375" y="105410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2">
            <a:extLst>
              <a:ext uri="{FF2B5EF4-FFF2-40B4-BE49-F238E27FC236}">
                <a16:creationId xmlns:a16="http://schemas.microsoft.com/office/drawing/2014/main" id="{29464937-3A84-BC75-4AA5-3F357B88282B}"/>
              </a:ext>
            </a:extLst>
          </p:cNvPr>
          <p:cNvSpPr>
            <a:spLocks noGrp="1"/>
          </p:cNvSpPr>
          <p:nvPr>
            <p:ph idx="17"/>
          </p:nvPr>
        </p:nvSpPr>
        <p:spPr>
          <a:xfrm>
            <a:off x="6175375" y="132604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2">
            <a:extLst>
              <a:ext uri="{FF2B5EF4-FFF2-40B4-BE49-F238E27FC236}">
                <a16:creationId xmlns:a16="http://schemas.microsoft.com/office/drawing/2014/main" id="{3DF49271-B482-769F-7AFB-B4CAA5BF7199}"/>
              </a:ext>
            </a:extLst>
          </p:cNvPr>
          <p:cNvSpPr>
            <a:spLocks noGrp="1"/>
          </p:cNvSpPr>
          <p:nvPr>
            <p:ph type="body" idx="18"/>
          </p:nvPr>
        </p:nvSpPr>
        <p:spPr>
          <a:xfrm>
            <a:off x="6175375" y="3713373"/>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5" name="Content Placeholder 2">
            <a:extLst>
              <a:ext uri="{FF2B5EF4-FFF2-40B4-BE49-F238E27FC236}">
                <a16:creationId xmlns:a16="http://schemas.microsoft.com/office/drawing/2014/main" id="{B85EAA11-7C19-61AD-B7BF-5EB8D1A88464}"/>
              </a:ext>
            </a:extLst>
          </p:cNvPr>
          <p:cNvSpPr>
            <a:spLocks noGrp="1"/>
          </p:cNvSpPr>
          <p:nvPr>
            <p:ph idx="19"/>
          </p:nvPr>
        </p:nvSpPr>
        <p:spPr>
          <a:xfrm>
            <a:off x="6175375" y="3985317"/>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78736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lumn content option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46F24757-849F-4F7F-A932-57ABB6354DED}"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2" name="Text Placeholder 2">
            <a:extLst>
              <a:ext uri="{FF2B5EF4-FFF2-40B4-BE49-F238E27FC236}">
                <a16:creationId xmlns:a16="http://schemas.microsoft.com/office/drawing/2014/main" id="{8ED93DA5-64DC-7F7B-EF32-4EC50A2A59AA}"/>
              </a:ext>
            </a:extLst>
          </p:cNvPr>
          <p:cNvSpPr>
            <a:spLocks noGrp="1"/>
          </p:cNvSpPr>
          <p:nvPr>
            <p:ph type="body" idx="14"/>
          </p:nvPr>
        </p:nvSpPr>
        <p:spPr>
          <a:xfrm>
            <a:off x="307975" y="105410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3" name="Content Placeholder 2">
            <a:extLst>
              <a:ext uri="{FF2B5EF4-FFF2-40B4-BE49-F238E27FC236}">
                <a16:creationId xmlns:a16="http://schemas.microsoft.com/office/drawing/2014/main" id="{29464937-3A84-BC75-4AA5-3F357B88282B}"/>
              </a:ext>
            </a:extLst>
          </p:cNvPr>
          <p:cNvSpPr>
            <a:spLocks noGrp="1"/>
          </p:cNvSpPr>
          <p:nvPr>
            <p:ph idx="17"/>
          </p:nvPr>
        </p:nvSpPr>
        <p:spPr>
          <a:xfrm>
            <a:off x="307975" y="132604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2">
            <a:extLst>
              <a:ext uri="{FF2B5EF4-FFF2-40B4-BE49-F238E27FC236}">
                <a16:creationId xmlns:a16="http://schemas.microsoft.com/office/drawing/2014/main" id="{3DF49271-B482-769F-7AFB-B4CAA5BF7199}"/>
              </a:ext>
            </a:extLst>
          </p:cNvPr>
          <p:cNvSpPr>
            <a:spLocks noGrp="1"/>
          </p:cNvSpPr>
          <p:nvPr>
            <p:ph type="body" idx="18"/>
          </p:nvPr>
        </p:nvSpPr>
        <p:spPr>
          <a:xfrm>
            <a:off x="307975" y="3713373"/>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5" name="Content Placeholder 2">
            <a:extLst>
              <a:ext uri="{FF2B5EF4-FFF2-40B4-BE49-F238E27FC236}">
                <a16:creationId xmlns:a16="http://schemas.microsoft.com/office/drawing/2014/main" id="{B85EAA11-7C19-61AD-B7BF-5EB8D1A88464}"/>
              </a:ext>
            </a:extLst>
          </p:cNvPr>
          <p:cNvSpPr>
            <a:spLocks noGrp="1"/>
          </p:cNvSpPr>
          <p:nvPr>
            <p:ph idx="19"/>
          </p:nvPr>
        </p:nvSpPr>
        <p:spPr>
          <a:xfrm>
            <a:off x="307975" y="3985317"/>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ext Placeholder 2">
            <a:extLst>
              <a:ext uri="{FF2B5EF4-FFF2-40B4-BE49-F238E27FC236}">
                <a16:creationId xmlns:a16="http://schemas.microsoft.com/office/drawing/2014/main" id="{FDFCBE93-49C1-1A6B-7DB6-3063B839884C}"/>
              </a:ext>
            </a:extLst>
          </p:cNvPr>
          <p:cNvSpPr>
            <a:spLocks noGrp="1"/>
          </p:cNvSpPr>
          <p:nvPr>
            <p:ph type="body" idx="20"/>
          </p:nvPr>
        </p:nvSpPr>
        <p:spPr>
          <a:xfrm>
            <a:off x="6175375" y="105410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9" name="Content Placeholder 2">
            <a:extLst>
              <a:ext uri="{FF2B5EF4-FFF2-40B4-BE49-F238E27FC236}">
                <a16:creationId xmlns:a16="http://schemas.microsoft.com/office/drawing/2014/main" id="{B6D78BBB-F152-A31B-74F8-5DE1C48EBC62}"/>
              </a:ext>
            </a:extLst>
          </p:cNvPr>
          <p:cNvSpPr>
            <a:spLocks noGrp="1"/>
          </p:cNvSpPr>
          <p:nvPr>
            <p:ph idx="21"/>
          </p:nvPr>
        </p:nvSpPr>
        <p:spPr>
          <a:xfrm>
            <a:off x="6175375" y="1326044"/>
            <a:ext cx="5711825" cy="4869488"/>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59374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Column content option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9DE9DA51-8F2C-4034-A8E7-78EE94B204DC}"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2" name="Text Placeholder 2">
            <a:extLst>
              <a:ext uri="{FF2B5EF4-FFF2-40B4-BE49-F238E27FC236}">
                <a16:creationId xmlns:a16="http://schemas.microsoft.com/office/drawing/2014/main" id="{8ED93DA5-64DC-7F7B-EF32-4EC50A2A59AA}"/>
              </a:ext>
            </a:extLst>
          </p:cNvPr>
          <p:cNvSpPr>
            <a:spLocks noGrp="1"/>
          </p:cNvSpPr>
          <p:nvPr>
            <p:ph type="body" idx="14"/>
          </p:nvPr>
        </p:nvSpPr>
        <p:spPr>
          <a:xfrm>
            <a:off x="307975" y="105410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2">
            <a:extLst>
              <a:ext uri="{FF2B5EF4-FFF2-40B4-BE49-F238E27FC236}">
                <a16:creationId xmlns:a16="http://schemas.microsoft.com/office/drawing/2014/main" id="{29464937-3A84-BC75-4AA5-3F357B88282B}"/>
              </a:ext>
            </a:extLst>
          </p:cNvPr>
          <p:cNvSpPr>
            <a:spLocks noGrp="1"/>
          </p:cNvSpPr>
          <p:nvPr>
            <p:ph idx="17"/>
          </p:nvPr>
        </p:nvSpPr>
        <p:spPr>
          <a:xfrm>
            <a:off x="307975" y="132604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2">
            <a:extLst>
              <a:ext uri="{FF2B5EF4-FFF2-40B4-BE49-F238E27FC236}">
                <a16:creationId xmlns:a16="http://schemas.microsoft.com/office/drawing/2014/main" id="{3DF49271-B482-769F-7AFB-B4CAA5BF7199}"/>
              </a:ext>
            </a:extLst>
          </p:cNvPr>
          <p:cNvSpPr>
            <a:spLocks noGrp="1"/>
          </p:cNvSpPr>
          <p:nvPr>
            <p:ph type="body" idx="18"/>
          </p:nvPr>
        </p:nvSpPr>
        <p:spPr>
          <a:xfrm>
            <a:off x="307975" y="3713373"/>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5" name="Content Placeholder 2">
            <a:extLst>
              <a:ext uri="{FF2B5EF4-FFF2-40B4-BE49-F238E27FC236}">
                <a16:creationId xmlns:a16="http://schemas.microsoft.com/office/drawing/2014/main" id="{B85EAA11-7C19-61AD-B7BF-5EB8D1A88464}"/>
              </a:ext>
            </a:extLst>
          </p:cNvPr>
          <p:cNvSpPr>
            <a:spLocks noGrp="1"/>
          </p:cNvSpPr>
          <p:nvPr>
            <p:ph idx="19"/>
          </p:nvPr>
        </p:nvSpPr>
        <p:spPr>
          <a:xfrm>
            <a:off x="307975" y="3985317"/>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2">
            <a:extLst>
              <a:ext uri="{FF2B5EF4-FFF2-40B4-BE49-F238E27FC236}">
                <a16:creationId xmlns:a16="http://schemas.microsoft.com/office/drawing/2014/main" id="{5CEFE42A-5FB8-84FD-4CF0-8A87401E99E8}"/>
              </a:ext>
            </a:extLst>
          </p:cNvPr>
          <p:cNvSpPr>
            <a:spLocks noGrp="1"/>
          </p:cNvSpPr>
          <p:nvPr>
            <p:ph type="body" idx="20"/>
          </p:nvPr>
        </p:nvSpPr>
        <p:spPr>
          <a:xfrm>
            <a:off x="6175375" y="1054100"/>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2">
            <a:extLst>
              <a:ext uri="{FF2B5EF4-FFF2-40B4-BE49-F238E27FC236}">
                <a16:creationId xmlns:a16="http://schemas.microsoft.com/office/drawing/2014/main" id="{6811C1B1-6F90-43A5-9F2C-E04B49C4A6AB}"/>
              </a:ext>
            </a:extLst>
          </p:cNvPr>
          <p:cNvSpPr>
            <a:spLocks noGrp="1"/>
          </p:cNvSpPr>
          <p:nvPr>
            <p:ph idx="21"/>
          </p:nvPr>
        </p:nvSpPr>
        <p:spPr>
          <a:xfrm>
            <a:off x="6175375" y="1326044"/>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2">
            <a:extLst>
              <a:ext uri="{FF2B5EF4-FFF2-40B4-BE49-F238E27FC236}">
                <a16:creationId xmlns:a16="http://schemas.microsoft.com/office/drawing/2014/main" id="{C873F8A6-9F9D-BC04-3858-5036B6C18353}"/>
              </a:ext>
            </a:extLst>
          </p:cNvPr>
          <p:cNvSpPr>
            <a:spLocks noGrp="1"/>
          </p:cNvSpPr>
          <p:nvPr>
            <p:ph type="body" idx="22"/>
          </p:nvPr>
        </p:nvSpPr>
        <p:spPr>
          <a:xfrm>
            <a:off x="6175375" y="3713373"/>
            <a:ext cx="5711825" cy="184666"/>
          </a:xfrm>
        </p:spPr>
        <p:txBody>
          <a:bodyPr wrap="square" anchor="t" anchorCtr="0">
            <a:spAutoFit/>
          </a:bodyPr>
          <a:lstStyle>
            <a:lvl1pPr marL="0" indent="0">
              <a:buNone/>
              <a:defRPr sz="12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6" name="Content Placeholder 2">
            <a:extLst>
              <a:ext uri="{FF2B5EF4-FFF2-40B4-BE49-F238E27FC236}">
                <a16:creationId xmlns:a16="http://schemas.microsoft.com/office/drawing/2014/main" id="{FBE5B3AC-AF21-88FD-D88C-A3FACAA7C535}"/>
              </a:ext>
            </a:extLst>
          </p:cNvPr>
          <p:cNvSpPr>
            <a:spLocks noGrp="1"/>
          </p:cNvSpPr>
          <p:nvPr>
            <p:ph idx="23"/>
          </p:nvPr>
        </p:nvSpPr>
        <p:spPr>
          <a:xfrm>
            <a:off x="6175375" y="3985317"/>
            <a:ext cx="5711825" cy="2210215"/>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7316009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olumn content option F">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FC5C4730-AA31-49A5-B909-8E901068CEAD}"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3" name="Text Placeholder 2">
            <a:extLst>
              <a:ext uri="{FF2B5EF4-FFF2-40B4-BE49-F238E27FC236}">
                <a16:creationId xmlns:a16="http://schemas.microsoft.com/office/drawing/2014/main" id="{E2328CCC-1485-A8AE-4B2F-040F23BC6C78}"/>
              </a:ext>
            </a:extLst>
          </p:cNvPr>
          <p:cNvSpPr>
            <a:spLocks noGrp="1"/>
          </p:cNvSpPr>
          <p:nvPr>
            <p:ph type="body" idx="18"/>
          </p:nvPr>
        </p:nvSpPr>
        <p:spPr>
          <a:xfrm>
            <a:off x="307976" y="1054100"/>
            <a:ext cx="5711825" cy="184666"/>
          </a:xfrm>
        </p:spPr>
        <p:txBody>
          <a:bodyPr wrap="square" anchor="t" anchorCtr="0">
            <a:spAutoFit/>
          </a:bodyPr>
          <a:lstStyle>
            <a:lvl1pPr marL="0" indent="0">
              <a:buNone/>
              <a:defRPr sz="1200" b="1" i="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2">
            <a:extLst>
              <a:ext uri="{FF2B5EF4-FFF2-40B4-BE49-F238E27FC236}">
                <a16:creationId xmlns:a16="http://schemas.microsoft.com/office/drawing/2014/main" id="{116D1B50-3A27-995A-05D6-B65DF7FAE721}"/>
              </a:ext>
            </a:extLst>
          </p:cNvPr>
          <p:cNvSpPr>
            <a:spLocks noGrp="1"/>
          </p:cNvSpPr>
          <p:nvPr>
            <p:ph idx="19"/>
          </p:nvPr>
        </p:nvSpPr>
        <p:spPr>
          <a:xfrm>
            <a:off x="307976" y="1326044"/>
            <a:ext cx="5711825" cy="4871556"/>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ontent Placeholder 14">
            <a:extLst>
              <a:ext uri="{FF2B5EF4-FFF2-40B4-BE49-F238E27FC236}">
                <a16:creationId xmlns:a16="http://schemas.microsoft.com/office/drawing/2014/main" id="{95C66D6A-0153-BDA5-5B3F-44EA24A6DEEA}"/>
              </a:ext>
            </a:extLst>
          </p:cNvPr>
          <p:cNvSpPr>
            <a:spLocks noGrp="1"/>
          </p:cNvSpPr>
          <p:nvPr>
            <p:ph sz="quarter" idx="44"/>
          </p:nvPr>
        </p:nvSpPr>
        <p:spPr>
          <a:xfrm>
            <a:off x="6174890" y="1054100"/>
            <a:ext cx="5709133" cy="184666"/>
          </a:xfrm>
        </p:spPr>
        <p:txBody>
          <a:bodyPr anchor="t" anchorCtr="0"/>
          <a:lstStyle>
            <a:lvl1pPr>
              <a:defRPr sz="1200" b="1" i="0">
                <a:latin typeface="+mn-lt"/>
              </a:defRPr>
            </a:lvl1pPr>
          </a:lstStyle>
          <a:p>
            <a:pPr lvl="0"/>
            <a:r>
              <a:rPr lang="en-GB"/>
              <a:t>Click to edit Master text styles</a:t>
            </a:r>
          </a:p>
        </p:txBody>
      </p:sp>
      <p:sp>
        <p:nvSpPr>
          <p:cNvPr id="18" name="Content Placeholder 2">
            <a:extLst>
              <a:ext uri="{FF2B5EF4-FFF2-40B4-BE49-F238E27FC236}">
                <a16:creationId xmlns:a16="http://schemas.microsoft.com/office/drawing/2014/main" id="{C1224393-60FC-8C17-6857-5A767396728B}"/>
              </a:ext>
            </a:extLst>
          </p:cNvPr>
          <p:cNvSpPr>
            <a:spLocks noGrp="1"/>
          </p:cNvSpPr>
          <p:nvPr>
            <p:ph idx="45"/>
          </p:nvPr>
        </p:nvSpPr>
        <p:spPr>
          <a:xfrm>
            <a:off x="6178066" y="1339435"/>
            <a:ext cx="2775600" cy="1330434"/>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ontent Placeholder 14">
            <a:extLst>
              <a:ext uri="{FF2B5EF4-FFF2-40B4-BE49-F238E27FC236}">
                <a16:creationId xmlns:a16="http://schemas.microsoft.com/office/drawing/2014/main" id="{00C3EC9B-E8F3-E156-D5A7-B4C07D03F11D}"/>
              </a:ext>
            </a:extLst>
          </p:cNvPr>
          <p:cNvSpPr>
            <a:spLocks noGrp="1"/>
          </p:cNvSpPr>
          <p:nvPr>
            <p:ph sz="quarter" idx="46"/>
          </p:nvPr>
        </p:nvSpPr>
        <p:spPr>
          <a:xfrm>
            <a:off x="6174890" y="2817966"/>
            <a:ext cx="5709133" cy="184666"/>
          </a:xfrm>
        </p:spPr>
        <p:txBody>
          <a:bodyPr anchor="t" anchorCtr="0"/>
          <a:lstStyle>
            <a:lvl1pPr>
              <a:defRPr sz="1200" b="1" i="0">
                <a:latin typeface="+mn-lt"/>
              </a:defRPr>
            </a:lvl1pPr>
          </a:lstStyle>
          <a:p>
            <a:pPr lvl="0"/>
            <a:r>
              <a:rPr lang="en-GB"/>
              <a:t>Click to edit Master text styles</a:t>
            </a:r>
          </a:p>
        </p:txBody>
      </p:sp>
      <p:sp>
        <p:nvSpPr>
          <p:cNvPr id="20" name="Content Placeholder 2">
            <a:extLst>
              <a:ext uri="{FF2B5EF4-FFF2-40B4-BE49-F238E27FC236}">
                <a16:creationId xmlns:a16="http://schemas.microsoft.com/office/drawing/2014/main" id="{C179A7E2-077E-1734-AC94-EFC82C6E5969}"/>
              </a:ext>
            </a:extLst>
          </p:cNvPr>
          <p:cNvSpPr>
            <a:spLocks noGrp="1"/>
          </p:cNvSpPr>
          <p:nvPr>
            <p:ph idx="47"/>
          </p:nvPr>
        </p:nvSpPr>
        <p:spPr>
          <a:xfrm>
            <a:off x="6178066" y="3103301"/>
            <a:ext cx="2775600" cy="1330434"/>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Content Placeholder 14">
            <a:extLst>
              <a:ext uri="{FF2B5EF4-FFF2-40B4-BE49-F238E27FC236}">
                <a16:creationId xmlns:a16="http://schemas.microsoft.com/office/drawing/2014/main" id="{C46B078C-3321-16AC-B2D0-200CE9675244}"/>
              </a:ext>
            </a:extLst>
          </p:cNvPr>
          <p:cNvSpPr>
            <a:spLocks noGrp="1"/>
          </p:cNvSpPr>
          <p:nvPr>
            <p:ph sz="quarter" idx="48"/>
          </p:nvPr>
        </p:nvSpPr>
        <p:spPr>
          <a:xfrm>
            <a:off x="6174890" y="4581831"/>
            <a:ext cx="5709133" cy="184666"/>
          </a:xfrm>
        </p:spPr>
        <p:txBody>
          <a:bodyPr anchor="t" anchorCtr="0"/>
          <a:lstStyle>
            <a:lvl1pPr>
              <a:defRPr sz="1200" b="1" i="0">
                <a:latin typeface="+mn-lt"/>
              </a:defRPr>
            </a:lvl1pPr>
          </a:lstStyle>
          <a:p>
            <a:pPr lvl="0"/>
            <a:r>
              <a:rPr lang="en-GB"/>
              <a:t>Click to edit Master text styles</a:t>
            </a:r>
          </a:p>
        </p:txBody>
      </p:sp>
      <p:sp>
        <p:nvSpPr>
          <p:cNvPr id="22" name="Content Placeholder 2">
            <a:extLst>
              <a:ext uri="{FF2B5EF4-FFF2-40B4-BE49-F238E27FC236}">
                <a16:creationId xmlns:a16="http://schemas.microsoft.com/office/drawing/2014/main" id="{C74B3775-8844-8C15-3DEF-A28B266D2D5F}"/>
              </a:ext>
            </a:extLst>
          </p:cNvPr>
          <p:cNvSpPr>
            <a:spLocks noGrp="1"/>
          </p:cNvSpPr>
          <p:nvPr>
            <p:ph idx="49"/>
          </p:nvPr>
        </p:nvSpPr>
        <p:spPr>
          <a:xfrm>
            <a:off x="6178066" y="4867166"/>
            <a:ext cx="2775600" cy="1330434"/>
          </a:xfrm>
        </p:spPr>
        <p:txBody>
          <a:bodyPr anchor="t" anchorCtr="0">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4" name="Content Placeholder 2">
            <a:extLst>
              <a:ext uri="{FF2B5EF4-FFF2-40B4-BE49-F238E27FC236}">
                <a16:creationId xmlns:a16="http://schemas.microsoft.com/office/drawing/2014/main" id="{8C331E82-1E22-3831-8266-335A342E6080}"/>
              </a:ext>
            </a:extLst>
          </p:cNvPr>
          <p:cNvSpPr>
            <a:spLocks noGrp="1"/>
          </p:cNvSpPr>
          <p:nvPr>
            <p:ph idx="51"/>
          </p:nvPr>
        </p:nvSpPr>
        <p:spPr>
          <a:xfrm>
            <a:off x="9115106" y="1339435"/>
            <a:ext cx="2775600" cy="1330434"/>
          </a:xfrm>
        </p:spPr>
        <p:txBody>
          <a:bodyPr anchor="t" anchorCtr="0">
            <a:noAutofit/>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6" name="Content Placeholder 2">
            <a:extLst>
              <a:ext uri="{FF2B5EF4-FFF2-40B4-BE49-F238E27FC236}">
                <a16:creationId xmlns:a16="http://schemas.microsoft.com/office/drawing/2014/main" id="{4D7F09AA-2F24-E785-E8B0-C8C114F9DD68}"/>
              </a:ext>
            </a:extLst>
          </p:cNvPr>
          <p:cNvSpPr>
            <a:spLocks noGrp="1"/>
          </p:cNvSpPr>
          <p:nvPr>
            <p:ph idx="53"/>
          </p:nvPr>
        </p:nvSpPr>
        <p:spPr>
          <a:xfrm>
            <a:off x="9115106" y="3103301"/>
            <a:ext cx="2775600" cy="1330434"/>
          </a:xfrm>
        </p:spPr>
        <p:txBody>
          <a:bodyPr anchor="t" anchorCtr="0">
            <a:noAutofit/>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8" name="Content Placeholder 2">
            <a:extLst>
              <a:ext uri="{FF2B5EF4-FFF2-40B4-BE49-F238E27FC236}">
                <a16:creationId xmlns:a16="http://schemas.microsoft.com/office/drawing/2014/main" id="{C6598359-60F8-0011-B285-994AF7371887}"/>
              </a:ext>
            </a:extLst>
          </p:cNvPr>
          <p:cNvSpPr>
            <a:spLocks noGrp="1"/>
          </p:cNvSpPr>
          <p:nvPr>
            <p:ph idx="55"/>
          </p:nvPr>
        </p:nvSpPr>
        <p:spPr>
          <a:xfrm>
            <a:off x="9115106" y="4867166"/>
            <a:ext cx="2775600" cy="1330434"/>
          </a:xfrm>
        </p:spPr>
        <p:txBody>
          <a:bodyPr anchor="t" anchorCtr="0">
            <a:noAutofit/>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319298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3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a:xfrm>
            <a:off x="307975" y="341526"/>
            <a:ext cx="11576050" cy="430887"/>
          </a:xfrm>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6672FD0B-B8F7-479F-AC58-FF8B9F177EF3}"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0" name="Text Placeholder 2">
            <a:extLst>
              <a:ext uri="{FF2B5EF4-FFF2-40B4-BE49-F238E27FC236}">
                <a16:creationId xmlns:a16="http://schemas.microsoft.com/office/drawing/2014/main" id="{12C89528-1518-E9FF-E78E-55C7C2854914}"/>
              </a:ext>
            </a:extLst>
          </p:cNvPr>
          <p:cNvSpPr>
            <a:spLocks noGrp="1"/>
          </p:cNvSpPr>
          <p:nvPr>
            <p:ph type="body" idx="1"/>
          </p:nvPr>
        </p:nvSpPr>
        <p:spPr>
          <a:xfrm>
            <a:off x="307975" y="1080317"/>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1" name="Text Placeholder 2">
            <a:extLst>
              <a:ext uri="{FF2B5EF4-FFF2-40B4-BE49-F238E27FC236}">
                <a16:creationId xmlns:a16="http://schemas.microsoft.com/office/drawing/2014/main" id="{A6D71855-6039-ED03-409A-E55C386C3DEA}"/>
              </a:ext>
            </a:extLst>
          </p:cNvPr>
          <p:cNvSpPr>
            <a:spLocks noGrp="1"/>
          </p:cNvSpPr>
          <p:nvPr>
            <p:ph type="body" idx="14"/>
          </p:nvPr>
        </p:nvSpPr>
        <p:spPr>
          <a:xfrm>
            <a:off x="4216400" y="1080317"/>
            <a:ext cx="76676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Content Placeholder 6">
            <a:extLst>
              <a:ext uri="{FF2B5EF4-FFF2-40B4-BE49-F238E27FC236}">
                <a16:creationId xmlns:a16="http://schemas.microsoft.com/office/drawing/2014/main" id="{F5BBC6CD-CD01-BA08-F4BE-A5140B1DFABD}"/>
              </a:ext>
            </a:extLst>
          </p:cNvPr>
          <p:cNvSpPr>
            <a:spLocks noGrp="1"/>
          </p:cNvSpPr>
          <p:nvPr>
            <p:ph sz="quarter" idx="15"/>
          </p:nvPr>
        </p:nvSpPr>
        <p:spPr>
          <a:xfrm>
            <a:off x="307975" y="1531852"/>
            <a:ext cx="3756025" cy="4665748"/>
          </a:xfrm>
        </p:spPr>
        <p:txBody>
          <a:bodyPr anchor="t" anchorCtr="0"/>
          <a:lstStyle>
            <a:lvl1pPr>
              <a:defRPr sz="1400"/>
            </a:lvl1pPr>
            <a:lvl2pPr>
              <a:defRPr sz="1400"/>
            </a:lvl2pPr>
            <a:lvl3pPr>
              <a:defRPr sz="14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6">
            <a:extLst>
              <a:ext uri="{FF2B5EF4-FFF2-40B4-BE49-F238E27FC236}">
                <a16:creationId xmlns:a16="http://schemas.microsoft.com/office/drawing/2014/main" id="{3E24B8A6-5F1F-B60F-FAD8-8D36B3944F68}"/>
              </a:ext>
            </a:extLst>
          </p:cNvPr>
          <p:cNvSpPr>
            <a:spLocks noGrp="1"/>
          </p:cNvSpPr>
          <p:nvPr>
            <p:ph sz="quarter" idx="16"/>
          </p:nvPr>
        </p:nvSpPr>
        <p:spPr>
          <a:xfrm>
            <a:off x="4216400" y="1531852"/>
            <a:ext cx="7667625" cy="4665748"/>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73385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3 Column content option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a:xfrm>
            <a:off x="307975" y="341526"/>
            <a:ext cx="11576050" cy="430887"/>
          </a:xfrm>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71097626-4DA8-4B36-A96B-7EFDB8612828}"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0" name="Text Placeholder 2">
            <a:extLst>
              <a:ext uri="{FF2B5EF4-FFF2-40B4-BE49-F238E27FC236}">
                <a16:creationId xmlns:a16="http://schemas.microsoft.com/office/drawing/2014/main" id="{12C89528-1518-E9FF-E78E-55C7C2854914}"/>
              </a:ext>
            </a:extLst>
          </p:cNvPr>
          <p:cNvSpPr>
            <a:spLocks noGrp="1"/>
          </p:cNvSpPr>
          <p:nvPr>
            <p:ph type="body" idx="1"/>
          </p:nvPr>
        </p:nvSpPr>
        <p:spPr>
          <a:xfrm>
            <a:off x="307975" y="1067490"/>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7" name="Content Placeholder 6">
            <a:extLst>
              <a:ext uri="{FF2B5EF4-FFF2-40B4-BE49-F238E27FC236}">
                <a16:creationId xmlns:a16="http://schemas.microsoft.com/office/drawing/2014/main" id="{F5BBC6CD-CD01-BA08-F4BE-A5140B1DFABD}"/>
              </a:ext>
            </a:extLst>
          </p:cNvPr>
          <p:cNvSpPr>
            <a:spLocks noGrp="1"/>
          </p:cNvSpPr>
          <p:nvPr>
            <p:ph sz="quarter" idx="15"/>
          </p:nvPr>
        </p:nvSpPr>
        <p:spPr>
          <a:xfrm>
            <a:off x="307975" y="1519025"/>
            <a:ext cx="3756025" cy="2036975"/>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2">
            <a:extLst>
              <a:ext uri="{FF2B5EF4-FFF2-40B4-BE49-F238E27FC236}">
                <a16:creationId xmlns:a16="http://schemas.microsoft.com/office/drawing/2014/main" id="{3575E399-6068-07E6-ECA1-CF16022455CD}"/>
              </a:ext>
            </a:extLst>
          </p:cNvPr>
          <p:cNvSpPr>
            <a:spLocks noGrp="1"/>
          </p:cNvSpPr>
          <p:nvPr>
            <p:ph type="body" idx="14"/>
          </p:nvPr>
        </p:nvSpPr>
        <p:spPr>
          <a:xfrm>
            <a:off x="4889500" y="1067490"/>
            <a:ext cx="69945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4" name="Content Placeholder 6">
            <a:extLst>
              <a:ext uri="{FF2B5EF4-FFF2-40B4-BE49-F238E27FC236}">
                <a16:creationId xmlns:a16="http://schemas.microsoft.com/office/drawing/2014/main" id="{72EA1347-618E-3FAB-FA6E-8135DD109627}"/>
              </a:ext>
            </a:extLst>
          </p:cNvPr>
          <p:cNvSpPr>
            <a:spLocks noGrp="1"/>
          </p:cNvSpPr>
          <p:nvPr>
            <p:ph sz="quarter" idx="16"/>
          </p:nvPr>
        </p:nvSpPr>
        <p:spPr>
          <a:xfrm>
            <a:off x="4889500" y="1519025"/>
            <a:ext cx="6994525" cy="4678575"/>
          </a:xfrm>
        </p:spPr>
        <p:txBody>
          <a:bodyPr anchor="t" anchorCtr="0"/>
          <a:lstStyle>
            <a:lvl1pPr>
              <a:defRPr sz="1400"/>
            </a:lvl1pPr>
            <a:lvl2pPr>
              <a:defRPr sz="1400"/>
            </a:lvl2pPr>
            <a:lvl3pPr>
              <a:defRPr sz="14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2">
            <a:extLst>
              <a:ext uri="{FF2B5EF4-FFF2-40B4-BE49-F238E27FC236}">
                <a16:creationId xmlns:a16="http://schemas.microsoft.com/office/drawing/2014/main" id="{A4614D35-F209-DC45-6576-F6B672804ECA}"/>
              </a:ext>
            </a:extLst>
          </p:cNvPr>
          <p:cNvSpPr>
            <a:spLocks noGrp="1"/>
          </p:cNvSpPr>
          <p:nvPr>
            <p:ph type="body" idx="17"/>
          </p:nvPr>
        </p:nvSpPr>
        <p:spPr>
          <a:xfrm>
            <a:off x="307975" y="3695700"/>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Content Placeholder 6">
            <a:extLst>
              <a:ext uri="{FF2B5EF4-FFF2-40B4-BE49-F238E27FC236}">
                <a16:creationId xmlns:a16="http://schemas.microsoft.com/office/drawing/2014/main" id="{463110B1-A6F8-B5E5-CD5C-180865609F1A}"/>
              </a:ext>
            </a:extLst>
          </p:cNvPr>
          <p:cNvSpPr>
            <a:spLocks noGrp="1"/>
          </p:cNvSpPr>
          <p:nvPr>
            <p:ph sz="quarter" idx="18"/>
          </p:nvPr>
        </p:nvSpPr>
        <p:spPr>
          <a:xfrm>
            <a:off x="307975" y="4147235"/>
            <a:ext cx="3756025" cy="2050365"/>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76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3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a:xfrm>
            <a:off x="307975" y="341526"/>
            <a:ext cx="11576050" cy="430887"/>
          </a:xfrm>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E91FEE50-181F-4497-A2B6-210F08FC9BF3}"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0" name="Text Placeholder 2">
            <a:extLst>
              <a:ext uri="{FF2B5EF4-FFF2-40B4-BE49-F238E27FC236}">
                <a16:creationId xmlns:a16="http://schemas.microsoft.com/office/drawing/2014/main" id="{12C89528-1518-E9FF-E78E-55C7C2854914}"/>
              </a:ext>
            </a:extLst>
          </p:cNvPr>
          <p:cNvSpPr>
            <a:spLocks noGrp="1"/>
          </p:cNvSpPr>
          <p:nvPr>
            <p:ph type="body" idx="1"/>
          </p:nvPr>
        </p:nvSpPr>
        <p:spPr>
          <a:xfrm>
            <a:off x="307974" y="1074645"/>
            <a:ext cx="76676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1" name="Text Placeholder 2">
            <a:extLst>
              <a:ext uri="{FF2B5EF4-FFF2-40B4-BE49-F238E27FC236}">
                <a16:creationId xmlns:a16="http://schemas.microsoft.com/office/drawing/2014/main" id="{A6D71855-6039-ED03-409A-E55C386C3DEA}"/>
              </a:ext>
            </a:extLst>
          </p:cNvPr>
          <p:cNvSpPr>
            <a:spLocks noGrp="1"/>
          </p:cNvSpPr>
          <p:nvPr>
            <p:ph type="body" idx="14"/>
          </p:nvPr>
        </p:nvSpPr>
        <p:spPr>
          <a:xfrm>
            <a:off x="8121650" y="1074645"/>
            <a:ext cx="376237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Content Placeholder 6">
            <a:extLst>
              <a:ext uri="{FF2B5EF4-FFF2-40B4-BE49-F238E27FC236}">
                <a16:creationId xmlns:a16="http://schemas.microsoft.com/office/drawing/2014/main" id="{3E24B8A6-5F1F-B60F-FAD8-8D36B3944F68}"/>
              </a:ext>
            </a:extLst>
          </p:cNvPr>
          <p:cNvSpPr>
            <a:spLocks noGrp="1"/>
          </p:cNvSpPr>
          <p:nvPr>
            <p:ph sz="quarter" idx="16"/>
          </p:nvPr>
        </p:nvSpPr>
        <p:spPr>
          <a:xfrm>
            <a:off x="8121650" y="1524123"/>
            <a:ext cx="3762375" cy="4673477"/>
          </a:xfrm>
        </p:spPr>
        <p:txBody>
          <a:bodyPr anchor="t" anchorCtr="0"/>
          <a:lstStyle>
            <a:lvl1pPr>
              <a:defRPr sz="1400"/>
            </a:lvl1pPr>
            <a:lvl2pPr>
              <a:defRPr sz="1400"/>
            </a:lvl2pPr>
            <a:lvl3pPr>
              <a:defRPr sz="14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Content Placeholder 6">
            <a:extLst>
              <a:ext uri="{FF2B5EF4-FFF2-40B4-BE49-F238E27FC236}">
                <a16:creationId xmlns:a16="http://schemas.microsoft.com/office/drawing/2014/main" id="{F7067DB2-FD65-6F15-CF05-6D79D8DE7A65}"/>
              </a:ext>
            </a:extLst>
          </p:cNvPr>
          <p:cNvSpPr>
            <a:spLocks noGrp="1"/>
          </p:cNvSpPr>
          <p:nvPr>
            <p:ph sz="quarter" idx="15"/>
          </p:nvPr>
        </p:nvSpPr>
        <p:spPr>
          <a:xfrm>
            <a:off x="307974" y="1524123"/>
            <a:ext cx="7667625" cy="4673477"/>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70099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3 Column content option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85A4-E972-B1A7-B444-770419A6D607}"/>
              </a:ext>
            </a:extLst>
          </p:cNvPr>
          <p:cNvSpPr>
            <a:spLocks noGrp="1"/>
          </p:cNvSpPr>
          <p:nvPr>
            <p:ph type="title"/>
          </p:nvPr>
        </p:nvSpPr>
        <p:spPr>
          <a:xfrm>
            <a:off x="307975" y="341526"/>
            <a:ext cx="11576050" cy="430887"/>
          </a:xfrm>
        </p:spPr>
        <p:txBody>
          <a:bodyPr anchor="t" anchorCtr="0"/>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90522671-F8B8-45B5-B65E-0F7152BED67C}"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10" name="Text Placeholder 2">
            <a:extLst>
              <a:ext uri="{FF2B5EF4-FFF2-40B4-BE49-F238E27FC236}">
                <a16:creationId xmlns:a16="http://schemas.microsoft.com/office/drawing/2014/main" id="{12C89528-1518-E9FF-E78E-55C7C2854914}"/>
              </a:ext>
            </a:extLst>
          </p:cNvPr>
          <p:cNvSpPr>
            <a:spLocks noGrp="1"/>
          </p:cNvSpPr>
          <p:nvPr>
            <p:ph type="body" idx="1"/>
          </p:nvPr>
        </p:nvSpPr>
        <p:spPr>
          <a:xfrm>
            <a:off x="307974" y="1072588"/>
            <a:ext cx="76676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1" name="Text Placeholder 2">
            <a:extLst>
              <a:ext uri="{FF2B5EF4-FFF2-40B4-BE49-F238E27FC236}">
                <a16:creationId xmlns:a16="http://schemas.microsoft.com/office/drawing/2014/main" id="{A6D71855-6039-ED03-409A-E55C386C3DEA}"/>
              </a:ext>
            </a:extLst>
          </p:cNvPr>
          <p:cNvSpPr>
            <a:spLocks noGrp="1"/>
          </p:cNvSpPr>
          <p:nvPr>
            <p:ph type="body" idx="14"/>
          </p:nvPr>
        </p:nvSpPr>
        <p:spPr>
          <a:xfrm>
            <a:off x="8121650" y="1072588"/>
            <a:ext cx="376237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Content Placeholder 6">
            <a:extLst>
              <a:ext uri="{FF2B5EF4-FFF2-40B4-BE49-F238E27FC236}">
                <a16:creationId xmlns:a16="http://schemas.microsoft.com/office/drawing/2014/main" id="{F5BBC6CD-CD01-BA08-F4BE-A5140B1DFABD}"/>
              </a:ext>
            </a:extLst>
          </p:cNvPr>
          <p:cNvSpPr>
            <a:spLocks noGrp="1"/>
          </p:cNvSpPr>
          <p:nvPr>
            <p:ph sz="quarter" idx="15"/>
          </p:nvPr>
        </p:nvSpPr>
        <p:spPr>
          <a:xfrm>
            <a:off x="307974" y="1524123"/>
            <a:ext cx="7667625" cy="4673477"/>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2">
            <a:extLst>
              <a:ext uri="{FF2B5EF4-FFF2-40B4-BE49-F238E27FC236}">
                <a16:creationId xmlns:a16="http://schemas.microsoft.com/office/drawing/2014/main" id="{B43C91DB-7401-681E-5205-C75406BEC4A3}"/>
              </a:ext>
            </a:extLst>
          </p:cNvPr>
          <p:cNvSpPr>
            <a:spLocks noGrp="1"/>
          </p:cNvSpPr>
          <p:nvPr>
            <p:ph type="body" idx="17"/>
          </p:nvPr>
        </p:nvSpPr>
        <p:spPr>
          <a:xfrm>
            <a:off x="8121650" y="3702525"/>
            <a:ext cx="376237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6">
            <a:extLst>
              <a:ext uri="{FF2B5EF4-FFF2-40B4-BE49-F238E27FC236}">
                <a16:creationId xmlns:a16="http://schemas.microsoft.com/office/drawing/2014/main" id="{8D3ED29A-1398-1F65-D188-1BAA4865EB11}"/>
              </a:ext>
            </a:extLst>
          </p:cNvPr>
          <p:cNvSpPr>
            <a:spLocks noGrp="1"/>
          </p:cNvSpPr>
          <p:nvPr>
            <p:ph sz="quarter" idx="18"/>
          </p:nvPr>
        </p:nvSpPr>
        <p:spPr>
          <a:xfrm>
            <a:off x="8121650" y="4154060"/>
            <a:ext cx="3762375" cy="2043540"/>
          </a:xfrm>
        </p:spPr>
        <p:txBody>
          <a:bodyPr anchor="t" anchorCtr="0"/>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6">
            <a:extLst>
              <a:ext uri="{FF2B5EF4-FFF2-40B4-BE49-F238E27FC236}">
                <a16:creationId xmlns:a16="http://schemas.microsoft.com/office/drawing/2014/main" id="{8EFB72CD-8D24-D225-35F7-8A6BB95D14B0}"/>
              </a:ext>
            </a:extLst>
          </p:cNvPr>
          <p:cNvSpPr>
            <a:spLocks noGrp="1"/>
          </p:cNvSpPr>
          <p:nvPr>
            <p:ph sz="quarter" idx="19"/>
          </p:nvPr>
        </p:nvSpPr>
        <p:spPr>
          <a:xfrm>
            <a:off x="8121650" y="1514440"/>
            <a:ext cx="3762375" cy="2041560"/>
          </a:xfrm>
        </p:spPr>
        <p:txBody>
          <a:bodyPr anchor="t" anchorCtr="0"/>
          <a:lstStyle>
            <a:lvl1pPr>
              <a:defRPr sz="1400"/>
            </a:lvl1pPr>
            <a:lvl2pPr>
              <a:defRPr sz="1400"/>
            </a:lvl2pPr>
            <a:lvl3pPr>
              <a:defRPr sz="14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046308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C452-E5BA-BED8-6CE8-52DC50DF1442}"/>
              </a:ext>
            </a:extLst>
          </p:cNvPr>
          <p:cNvSpPr>
            <a:spLocks noGrp="1"/>
          </p:cNvSpPr>
          <p:nvPr>
            <p:ph type="title"/>
          </p:nvPr>
        </p:nvSpPr>
        <p:spPr/>
        <p:txBody>
          <a:bodyPr/>
          <a:lstStyle/>
          <a:p>
            <a:r>
              <a:rPr lang="en-GB" dirty="0"/>
              <a:t>Click to edit Master title style</a:t>
            </a:r>
            <a:endParaRPr lang="en-TH" dirty="0"/>
          </a:p>
        </p:txBody>
      </p:sp>
      <p:sp>
        <p:nvSpPr>
          <p:cNvPr id="3" name="Date Placeholder 2">
            <a:extLst>
              <a:ext uri="{FF2B5EF4-FFF2-40B4-BE49-F238E27FC236}">
                <a16:creationId xmlns:a16="http://schemas.microsoft.com/office/drawing/2014/main" id="{464A8C4B-7F6D-BF3B-506C-9463CB3CA6E0}"/>
              </a:ext>
            </a:extLst>
          </p:cNvPr>
          <p:cNvSpPr>
            <a:spLocks noGrp="1"/>
          </p:cNvSpPr>
          <p:nvPr>
            <p:ph type="dt" sz="half" idx="10"/>
          </p:nvPr>
        </p:nvSpPr>
        <p:spPr/>
        <p:txBody>
          <a:bodyPr/>
          <a:lstStyle/>
          <a:p>
            <a:fld id="{5B1C9ACF-413B-4B71-8730-D2702B8CAAF9}" type="datetime3">
              <a:rPr lang="en-US" smtClean="0"/>
              <a:t>9 August 2026</a:t>
            </a:fld>
            <a:endParaRPr lang="en-US"/>
          </a:p>
        </p:txBody>
      </p:sp>
      <p:sp>
        <p:nvSpPr>
          <p:cNvPr id="4" name="Footer Placeholder 3">
            <a:extLst>
              <a:ext uri="{FF2B5EF4-FFF2-40B4-BE49-F238E27FC236}">
                <a16:creationId xmlns:a16="http://schemas.microsoft.com/office/drawing/2014/main" id="{C738BE2B-375B-A8A5-93C3-EF38E86BB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503324-2F8C-7DB0-CF9F-4A5055E1B2C9}"/>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9" name="Content Placeholder 8">
            <a:extLst>
              <a:ext uri="{FF2B5EF4-FFF2-40B4-BE49-F238E27FC236}">
                <a16:creationId xmlns:a16="http://schemas.microsoft.com/office/drawing/2014/main" id="{F73BEBBB-07DA-7C2F-7FAA-177D4BE42F4A}"/>
              </a:ext>
            </a:extLst>
          </p:cNvPr>
          <p:cNvSpPr>
            <a:spLocks noGrp="1"/>
          </p:cNvSpPr>
          <p:nvPr>
            <p:ph sz="quarter" idx="14"/>
          </p:nvPr>
        </p:nvSpPr>
        <p:spPr>
          <a:xfrm>
            <a:off x="4214813" y="1065213"/>
            <a:ext cx="3760787" cy="513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H"/>
          </a:p>
        </p:txBody>
      </p:sp>
      <p:sp>
        <p:nvSpPr>
          <p:cNvPr id="13" name="Content Placeholder 12">
            <a:extLst>
              <a:ext uri="{FF2B5EF4-FFF2-40B4-BE49-F238E27FC236}">
                <a16:creationId xmlns:a16="http://schemas.microsoft.com/office/drawing/2014/main" id="{70D08C35-31AA-6776-3679-EFC9C4CFE11D}"/>
              </a:ext>
            </a:extLst>
          </p:cNvPr>
          <p:cNvSpPr>
            <a:spLocks noGrp="1"/>
          </p:cNvSpPr>
          <p:nvPr>
            <p:ph sz="quarter" idx="15"/>
          </p:nvPr>
        </p:nvSpPr>
        <p:spPr>
          <a:xfrm>
            <a:off x="8121650" y="1065213"/>
            <a:ext cx="3762375" cy="5137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H"/>
          </a:p>
        </p:txBody>
      </p:sp>
      <p:sp>
        <p:nvSpPr>
          <p:cNvPr id="15" name="Content Placeholder 14">
            <a:extLst>
              <a:ext uri="{FF2B5EF4-FFF2-40B4-BE49-F238E27FC236}">
                <a16:creationId xmlns:a16="http://schemas.microsoft.com/office/drawing/2014/main" id="{8AF4741E-D0CA-1FF3-92B5-13689547614E}"/>
              </a:ext>
            </a:extLst>
          </p:cNvPr>
          <p:cNvSpPr>
            <a:spLocks noGrp="1"/>
          </p:cNvSpPr>
          <p:nvPr>
            <p:ph sz="quarter" idx="16"/>
          </p:nvPr>
        </p:nvSpPr>
        <p:spPr>
          <a:xfrm>
            <a:off x="307975" y="1065213"/>
            <a:ext cx="3759200" cy="513715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TH" dirty="0"/>
          </a:p>
        </p:txBody>
      </p:sp>
    </p:spTree>
    <p:extLst>
      <p:ext uri="{BB962C8B-B14F-4D97-AF65-F5344CB8AC3E}">
        <p14:creationId xmlns:p14="http://schemas.microsoft.com/office/powerpoint/2010/main" val="20468859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content option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C452-E5BA-BED8-6CE8-52DC50DF1442}"/>
              </a:ext>
            </a:extLst>
          </p:cNvPr>
          <p:cNvSpPr>
            <a:spLocks noGrp="1"/>
          </p:cNvSpPr>
          <p:nvPr>
            <p:ph type="title"/>
          </p:nvPr>
        </p:nvSpPr>
        <p:spPr/>
        <p:txBody>
          <a:bodyPr anchor="t" anchorCtr="0"/>
          <a:lstStyle/>
          <a:p>
            <a:r>
              <a:rPr lang="en-GB" dirty="0"/>
              <a:t>Click to edit Master title style</a:t>
            </a:r>
            <a:endParaRPr lang="en-TH" dirty="0"/>
          </a:p>
        </p:txBody>
      </p:sp>
      <p:sp>
        <p:nvSpPr>
          <p:cNvPr id="3" name="Date Placeholder 2">
            <a:extLst>
              <a:ext uri="{FF2B5EF4-FFF2-40B4-BE49-F238E27FC236}">
                <a16:creationId xmlns:a16="http://schemas.microsoft.com/office/drawing/2014/main" id="{464A8C4B-7F6D-BF3B-506C-9463CB3CA6E0}"/>
              </a:ext>
            </a:extLst>
          </p:cNvPr>
          <p:cNvSpPr>
            <a:spLocks noGrp="1"/>
          </p:cNvSpPr>
          <p:nvPr>
            <p:ph type="dt" sz="half" idx="10"/>
          </p:nvPr>
        </p:nvSpPr>
        <p:spPr/>
        <p:txBody>
          <a:bodyPr/>
          <a:lstStyle/>
          <a:p>
            <a:fld id="{AD839C9D-E2D1-4602-9D22-6A0DC63BB1B9}" type="datetime3">
              <a:rPr lang="en-US" smtClean="0"/>
              <a:t>9 August 2026</a:t>
            </a:fld>
            <a:endParaRPr lang="en-US"/>
          </a:p>
        </p:txBody>
      </p:sp>
      <p:sp>
        <p:nvSpPr>
          <p:cNvPr id="4" name="Footer Placeholder 3">
            <a:extLst>
              <a:ext uri="{FF2B5EF4-FFF2-40B4-BE49-F238E27FC236}">
                <a16:creationId xmlns:a16="http://schemas.microsoft.com/office/drawing/2014/main" id="{C738BE2B-375B-A8A5-93C3-EF38E86BB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503324-2F8C-7DB0-CF9F-4A5055E1B2C9}"/>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15" name="Content Placeholder 14">
            <a:extLst>
              <a:ext uri="{FF2B5EF4-FFF2-40B4-BE49-F238E27FC236}">
                <a16:creationId xmlns:a16="http://schemas.microsoft.com/office/drawing/2014/main" id="{8AF4741E-D0CA-1FF3-92B5-13689547614E}"/>
              </a:ext>
            </a:extLst>
          </p:cNvPr>
          <p:cNvSpPr>
            <a:spLocks noGrp="1"/>
          </p:cNvSpPr>
          <p:nvPr>
            <p:ph sz="quarter" idx="16"/>
          </p:nvPr>
        </p:nvSpPr>
        <p:spPr>
          <a:xfrm>
            <a:off x="307975" y="1065213"/>
            <a:ext cx="3759200" cy="5132387"/>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H"/>
          </a:p>
        </p:txBody>
      </p:sp>
      <p:sp>
        <p:nvSpPr>
          <p:cNvPr id="9" name="Text Placeholder 2">
            <a:extLst>
              <a:ext uri="{FF2B5EF4-FFF2-40B4-BE49-F238E27FC236}">
                <a16:creationId xmlns:a16="http://schemas.microsoft.com/office/drawing/2014/main" id="{24ADC69B-583D-B964-A69E-CA7CC4D481BD}"/>
              </a:ext>
            </a:extLst>
          </p:cNvPr>
          <p:cNvSpPr>
            <a:spLocks noGrp="1"/>
          </p:cNvSpPr>
          <p:nvPr>
            <p:ph type="body" idx="1"/>
          </p:nvPr>
        </p:nvSpPr>
        <p:spPr>
          <a:xfrm>
            <a:off x="4219575" y="1065213"/>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6">
            <a:extLst>
              <a:ext uri="{FF2B5EF4-FFF2-40B4-BE49-F238E27FC236}">
                <a16:creationId xmlns:a16="http://schemas.microsoft.com/office/drawing/2014/main" id="{CC44773B-ABEB-E261-851E-6C4CF20A9FDB}"/>
              </a:ext>
            </a:extLst>
          </p:cNvPr>
          <p:cNvSpPr>
            <a:spLocks noGrp="1"/>
          </p:cNvSpPr>
          <p:nvPr>
            <p:ph sz="quarter" idx="15"/>
          </p:nvPr>
        </p:nvSpPr>
        <p:spPr>
          <a:xfrm>
            <a:off x="4219575" y="1409075"/>
            <a:ext cx="3756025" cy="4788525"/>
          </a:xfrm>
        </p:spPr>
        <p:txBody>
          <a:bodyPr anchor="t"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2">
            <a:extLst>
              <a:ext uri="{FF2B5EF4-FFF2-40B4-BE49-F238E27FC236}">
                <a16:creationId xmlns:a16="http://schemas.microsoft.com/office/drawing/2014/main" id="{7B0FF275-DEDE-A75B-D3BA-08D7EB9A2A5F}"/>
              </a:ext>
            </a:extLst>
          </p:cNvPr>
          <p:cNvSpPr>
            <a:spLocks noGrp="1"/>
          </p:cNvSpPr>
          <p:nvPr>
            <p:ph type="body" idx="17"/>
          </p:nvPr>
        </p:nvSpPr>
        <p:spPr>
          <a:xfrm>
            <a:off x="8128000" y="1065213"/>
            <a:ext cx="3759200"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6">
            <a:extLst>
              <a:ext uri="{FF2B5EF4-FFF2-40B4-BE49-F238E27FC236}">
                <a16:creationId xmlns:a16="http://schemas.microsoft.com/office/drawing/2014/main" id="{08B969A6-C6C7-EB43-2D08-16BC8BDD5A7E}"/>
              </a:ext>
            </a:extLst>
          </p:cNvPr>
          <p:cNvSpPr>
            <a:spLocks noGrp="1"/>
          </p:cNvSpPr>
          <p:nvPr>
            <p:ph sz="quarter" idx="18"/>
          </p:nvPr>
        </p:nvSpPr>
        <p:spPr>
          <a:xfrm>
            <a:off x="8128000" y="1409075"/>
            <a:ext cx="3756025" cy="4788525"/>
          </a:xfrm>
        </p:spPr>
        <p:txBody>
          <a:bodyPr anchor="t"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7816975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Column content option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C452-E5BA-BED8-6CE8-52DC50DF1442}"/>
              </a:ext>
            </a:extLst>
          </p:cNvPr>
          <p:cNvSpPr>
            <a:spLocks noGrp="1"/>
          </p:cNvSpPr>
          <p:nvPr>
            <p:ph type="title"/>
          </p:nvPr>
        </p:nvSpPr>
        <p:spPr/>
        <p:txBody>
          <a:bodyPr anchor="t" anchorCtr="0"/>
          <a:lstStyle/>
          <a:p>
            <a:r>
              <a:rPr lang="en-GB" dirty="0"/>
              <a:t>Click to edit Master title style</a:t>
            </a:r>
            <a:endParaRPr lang="en-TH" dirty="0"/>
          </a:p>
        </p:txBody>
      </p:sp>
      <p:sp>
        <p:nvSpPr>
          <p:cNvPr id="3" name="Date Placeholder 2">
            <a:extLst>
              <a:ext uri="{FF2B5EF4-FFF2-40B4-BE49-F238E27FC236}">
                <a16:creationId xmlns:a16="http://schemas.microsoft.com/office/drawing/2014/main" id="{464A8C4B-7F6D-BF3B-506C-9463CB3CA6E0}"/>
              </a:ext>
            </a:extLst>
          </p:cNvPr>
          <p:cNvSpPr>
            <a:spLocks noGrp="1"/>
          </p:cNvSpPr>
          <p:nvPr>
            <p:ph type="dt" sz="half" idx="10"/>
          </p:nvPr>
        </p:nvSpPr>
        <p:spPr/>
        <p:txBody>
          <a:bodyPr/>
          <a:lstStyle/>
          <a:p>
            <a:fld id="{3FD1F75E-6B04-4AFE-BEF7-81AA5E5C3673}" type="datetime3">
              <a:rPr lang="en-US" smtClean="0"/>
              <a:t>9 August 2026</a:t>
            </a:fld>
            <a:endParaRPr lang="en-US"/>
          </a:p>
        </p:txBody>
      </p:sp>
      <p:sp>
        <p:nvSpPr>
          <p:cNvPr id="4" name="Footer Placeholder 3">
            <a:extLst>
              <a:ext uri="{FF2B5EF4-FFF2-40B4-BE49-F238E27FC236}">
                <a16:creationId xmlns:a16="http://schemas.microsoft.com/office/drawing/2014/main" id="{C738BE2B-375B-A8A5-93C3-EF38E86BB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503324-2F8C-7DB0-CF9F-4A5055E1B2C9}"/>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9" name="Text Placeholder 2">
            <a:extLst>
              <a:ext uri="{FF2B5EF4-FFF2-40B4-BE49-F238E27FC236}">
                <a16:creationId xmlns:a16="http://schemas.microsoft.com/office/drawing/2014/main" id="{24ADC69B-583D-B964-A69E-CA7CC4D481BD}"/>
              </a:ext>
            </a:extLst>
          </p:cNvPr>
          <p:cNvSpPr>
            <a:spLocks noGrp="1"/>
          </p:cNvSpPr>
          <p:nvPr>
            <p:ph type="body" idx="1"/>
          </p:nvPr>
        </p:nvSpPr>
        <p:spPr>
          <a:xfrm>
            <a:off x="4219575" y="1065213"/>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6">
            <a:extLst>
              <a:ext uri="{FF2B5EF4-FFF2-40B4-BE49-F238E27FC236}">
                <a16:creationId xmlns:a16="http://schemas.microsoft.com/office/drawing/2014/main" id="{CC44773B-ABEB-E261-851E-6C4CF20A9FDB}"/>
              </a:ext>
            </a:extLst>
          </p:cNvPr>
          <p:cNvSpPr>
            <a:spLocks noGrp="1"/>
          </p:cNvSpPr>
          <p:nvPr>
            <p:ph sz="quarter" idx="15"/>
          </p:nvPr>
        </p:nvSpPr>
        <p:spPr>
          <a:xfrm>
            <a:off x="4219575" y="1409075"/>
            <a:ext cx="3756025" cy="4788525"/>
          </a:xfrm>
        </p:spPr>
        <p:txBody>
          <a:bodyPr anchor="t"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2">
            <a:extLst>
              <a:ext uri="{FF2B5EF4-FFF2-40B4-BE49-F238E27FC236}">
                <a16:creationId xmlns:a16="http://schemas.microsoft.com/office/drawing/2014/main" id="{7B0FF275-DEDE-A75B-D3BA-08D7EB9A2A5F}"/>
              </a:ext>
            </a:extLst>
          </p:cNvPr>
          <p:cNvSpPr>
            <a:spLocks noGrp="1"/>
          </p:cNvSpPr>
          <p:nvPr>
            <p:ph type="body" idx="17"/>
          </p:nvPr>
        </p:nvSpPr>
        <p:spPr>
          <a:xfrm>
            <a:off x="8128000" y="1065213"/>
            <a:ext cx="3759200"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6">
            <a:extLst>
              <a:ext uri="{FF2B5EF4-FFF2-40B4-BE49-F238E27FC236}">
                <a16:creationId xmlns:a16="http://schemas.microsoft.com/office/drawing/2014/main" id="{08B969A6-C6C7-EB43-2D08-16BC8BDD5A7E}"/>
              </a:ext>
            </a:extLst>
          </p:cNvPr>
          <p:cNvSpPr>
            <a:spLocks noGrp="1"/>
          </p:cNvSpPr>
          <p:nvPr>
            <p:ph sz="quarter" idx="18"/>
          </p:nvPr>
        </p:nvSpPr>
        <p:spPr>
          <a:xfrm>
            <a:off x="8128000" y="1409075"/>
            <a:ext cx="3756025" cy="4788525"/>
          </a:xfrm>
        </p:spPr>
        <p:txBody>
          <a:bodyPr anchor="t"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2">
            <a:extLst>
              <a:ext uri="{FF2B5EF4-FFF2-40B4-BE49-F238E27FC236}">
                <a16:creationId xmlns:a16="http://schemas.microsoft.com/office/drawing/2014/main" id="{F633EB75-EB70-9A68-4C7F-54208C2768E2}"/>
              </a:ext>
            </a:extLst>
          </p:cNvPr>
          <p:cNvSpPr>
            <a:spLocks noGrp="1"/>
          </p:cNvSpPr>
          <p:nvPr>
            <p:ph type="body" idx="19"/>
          </p:nvPr>
        </p:nvSpPr>
        <p:spPr>
          <a:xfrm>
            <a:off x="307976" y="1065213"/>
            <a:ext cx="3756025" cy="246221"/>
          </a:xfrm>
        </p:spPr>
        <p:txBody>
          <a:bodyPr wrap="square" anchor="t" anchorCtr="0">
            <a:spAutoFit/>
          </a:bodyPr>
          <a:lstStyle>
            <a:lvl1pPr marL="0" indent="0">
              <a:buNone/>
              <a:defRPr sz="16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Content Placeholder 6">
            <a:extLst>
              <a:ext uri="{FF2B5EF4-FFF2-40B4-BE49-F238E27FC236}">
                <a16:creationId xmlns:a16="http://schemas.microsoft.com/office/drawing/2014/main" id="{398E4379-3209-22BC-0814-74682614948A}"/>
              </a:ext>
            </a:extLst>
          </p:cNvPr>
          <p:cNvSpPr>
            <a:spLocks noGrp="1"/>
          </p:cNvSpPr>
          <p:nvPr>
            <p:ph sz="quarter" idx="20"/>
          </p:nvPr>
        </p:nvSpPr>
        <p:spPr>
          <a:xfrm>
            <a:off x="307976" y="1409075"/>
            <a:ext cx="3756025" cy="4788525"/>
          </a:xfrm>
        </p:spPr>
        <p:txBody>
          <a:bodyPr anchor="t"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83515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Column content option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55E5B-9657-E973-C185-DAB1B4D60F87}"/>
              </a:ext>
            </a:extLst>
          </p:cNvPr>
          <p:cNvSpPr>
            <a:spLocks noGrp="1"/>
          </p:cNvSpPr>
          <p:nvPr>
            <p:ph type="title"/>
          </p:nvPr>
        </p:nvSpPr>
        <p:spPr/>
        <p:txBody>
          <a:bodyPr/>
          <a:lstStyle>
            <a:lvl1pPr algn="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7B8E93C-1B33-5B9C-D6E3-BE927607A141}"/>
              </a:ext>
            </a:extLst>
          </p:cNvPr>
          <p:cNvSpPr>
            <a:spLocks noGrp="1"/>
          </p:cNvSpPr>
          <p:nvPr>
            <p:ph type="dt" sz="half" idx="10"/>
          </p:nvPr>
        </p:nvSpPr>
        <p:spPr/>
        <p:txBody>
          <a:bodyPr/>
          <a:lstStyle/>
          <a:p>
            <a:fld id="{1C0A8572-2B5B-4B3F-A9AC-959ED1051516}" type="datetime3">
              <a:rPr lang="en-US" smtClean="0"/>
              <a:t>9 August 2026</a:t>
            </a:fld>
            <a:endParaRPr lang="en-US"/>
          </a:p>
        </p:txBody>
      </p:sp>
      <p:sp>
        <p:nvSpPr>
          <p:cNvPr id="4" name="Footer Placeholder 3">
            <a:extLst>
              <a:ext uri="{FF2B5EF4-FFF2-40B4-BE49-F238E27FC236}">
                <a16:creationId xmlns:a16="http://schemas.microsoft.com/office/drawing/2014/main" id="{114ABA5D-B36E-AA18-6697-5D7767922C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854ABA-B8E2-EA4F-FF05-747A8230245A}"/>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21" name="Text Placeholder 19">
            <a:extLst>
              <a:ext uri="{FF2B5EF4-FFF2-40B4-BE49-F238E27FC236}">
                <a16:creationId xmlns:a16="http://schemas.microsoft.com/office/drawing/2014/main" id="{DCCF16C3-8CDF-AA34-818B-98E295EB4C05}"/>
              </a:ext>
            </a:extLst>
          </p:cNvPr>
          <p:cNvSpPr>
            <a:spLocks noGrp="1"/>
          </p:cNvSpPr>
          <p:nvPr>
            <p:ph type="body" sz="quarter" idx="25" hasCustomPrompt="1"/>
          </p:nvPr>
        </p:nvSpPr>
        <p:spPr>
          <a:xfrm>
            <a:off x="307975" y="1054100"/>
            <a:ext cx="3756025" cy="246221"/>
          </a:xfrm>
        </p:spPr>
        <p:txBody>
          <a:bodyPr wrap="square">
            <a:spAutoFit/>
          </a:bodyPr>
          <a:lstStyle>
            <a:lvl1pPr algn="ctr">
              <a:defRPr b="1" i="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From</a:t>
            </a:r>
          </a:p>
        </p:txBody>
      </p:sp>
      <p:sp>
        <p:nvSpPr>
          <p:cNvPr id="12" name="Text Placeholder 19">
            <a:extLst>
              <a:ext uri="{FF2B5EF4-FFF2-40B4-BE49-F238E27FC236}">
                <a16:creationId xmlns:a16="http://schemas.microsoft.com/office/drawing/2014/main" id="{EB93EE43-FC8D-2D9C-C49D-C28B6EC249EE}"/>
              </a:ext>
            </a:extLst>
          </p:cNvPr>
          <p:cNvSpPr>
            <a:spLocks noGrp="1"/>
          </p:cNvSpPr>
          <p:nvPr>
            <p:ph type="body" sz="quarter" idx="31" hasCustomPrompt="1"/>
          </p:nvPr>
        </p:nvSpPr>
        <p:spPr>
          <a:xfrm>
            <a:off x="8128000" y="1054100"/>
            <a:ext cx="3756024" cy="246221"/>
          </a:xfrm>
        </p:spPr>
        <p:txBody>
          <a:bodyPr wrap="square">
            <a:spAutoFit/>
          </a:bodyPr>
          <a:lstStyle>
            <a:lvl1pPr algn="ctr">
              <a:defRPr b="1" i="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To</a:t>
            </a:r>
          </a:p>
        </p:txBody>
      </p:sp>
      <p:sp>
        <p:nvSpPr>
          <p:cNvPr id="20" name="Text Placeholder 19">
            <a:extLst>
              <a:ext uri="{FF2B5EF4-FFF2-40B4-BE49-F238E27FC236}">
                <a16:creationId xmlns:a16="http://schemas.microsoft.com/office/drawing/2014/main" id="{CE508514-2D8D-EAD3-84F1-87F15183339B}"/>
              </a:ext>
            </a:extLst>
          </p:cNvPr>
          <p:cNvSpPr>
            <a:spLocks noGrp="1"/>
          </p:cNvSpPr>
          <p:nvPr>
            <p:ph type="body" sz="quarter" idx="33"/>
          </p:nvPr>
        </p:nvSpPr>
        <p:spPr>
          <a:xfrm>
            <a:off x="4216400" y="1054100"/>
            <a:ext cx="3756024" cy="246221"/>
          </a:xfrm>
        </p:spPr>
        <p:txBody>
          <a:bodyPr/>
          <a:lstStyle>
            <a:lvl1pPr algn="ctr">
              <a:defRPr b="1" i="0">
                <a:latin typeface="+mn-lt"/>
              </a:defRPr>
            </a:lvl1pPr>
            <a:lvl2pPr algn="ctr">
              <a:defRPr/>
            </a:lvl2pPr>
            <a:lvl3pPr algn="ctr">
              <a:defRPr/>
            </a:lvl3pPr>
            <a:lvl4pPr algn="ctr">
              <a:defRPr/>
            </a:lvl4pPr>
            <a:lvl5pPr algn="ctr">
              <a:defRPr/>
            </a:lvl5pPr>
          </a:lstStyle>
          <a:p>
            <a:pPr lvl="0"/>
            <a:r>
              <a:rPr lang="en-GB"/>
              <a:t>Click to edit Master text styles</a:t>
            </a:r>
          </a:p>
        </p:txBody>
      </p:sp>
      <p:sp>
        <p:nvSpPr>
          <p:cNvPr id="24" name="Text Placeholder 23">
            <a:extLst>
              <a:ext uri="{FF2B5EF4-FFF2-40B4-BE49-F238E27FC236}">
                <a16:creationId xmlns:a16="http://schemas.microsoft.com/office/drawing/2014/main" id="{FE15562C-BA07-7045-9DEF-E81A9FBEC065}"/>
              </a:ext>
            </a:extLst>
          </p:cNvPr>
          <p:cNvSpPr>
            <a:spLocks noGrp="1"/>
          </p:cNvSpPr>
          <p:nvPr>
            <p:ph type="body" sz="quarter" idx="34"/>
          </p:nvPr>
        </p:nvSpPr>
        <p:spPr>
          <a:xfrm>
            <a:off x="4216401" y="1500552"/>
            <a:ext cx="3759200" cy="4697047"/>
          </a:xfrm>
        </p:spPr>
        <p:txBody>
          <a:bodyPr anchor="ctr" anchorCtr="0">
            <a:noAutofit/>
          </a:bodyPr>
          <a:lstStyle>
            <a:lvl1pPr algn="ctr">
              <a:defRPr sz="1400"/>
            </a:lvl1pPr>
            <a:lvl2pPr algn="ctr">
              <a:defRPr/>
            </a:lvl2pPr>
            <a:lvl3pPr algn="ctr">
              <a:defRPr/>
            </a:lvl3pPr>
            <a:lvl4pPr algn="ctr">
              <a:defRPr/>
            </a:lvl4pPr>
            <a:lvl5pPr algn="ctr">
              <a:defRPr/>
            </a:lvl5pPr>
          </a:lstStyle>
          <a:p>
            <a:pPr lvl="0"/>
            <a:r>
              <a:rPr lang="en-GB"/>
              <a:t>Click to edit Master text styles</a:t>
            </a:r>
          </a:p>
        </p:txBody>
      </p:sp>
      <p:sp>
        <p:nvSpPr>
          <p:cNvPr id="7" name="Content Placeholder 6">
            <a:extLst>
              <a:ext uri="{FF2B5EF4-FFF2-40B4-BE49-F238E27FC236}">
                <a16:creationId xmlns:a16="http://schemas.microsoft.com/office/drawing/2014/main" id="{F7269973-30BE-E9A4-8910-DF080C0B4A62}"/>
              </a:ext>
            </a:extLst>
          </p:cNvPr>
          <p:cNvSpPr>
            <a:spLocks noGrp="1"/>
          </p:cNvSpPr>
          <p:nvPr>
            <p:ph sz="quarter" idx="16"/>
          </p:nvPr>
        </p:nvSpPr>
        <p:spPr>
          <a:xfrm>
            <a:off x="304800" y="1500553"/>
            <a:ext cx="3762375" cy="4697047"/>
          </a:xfrm>
        </p:spPr>
        <p:txBody>
          <a:bodyPr/>
          <a:lstStyle>
            <a:lvl1pPr>
              <a:defRPr sz="1600"/>
            </a:lvl1pPr>
            <a:lvl2pPr>
              <a:defRPr sz="1600"/>
            </a:lvl2pPr>
            <a:lvl3pPr>
              <a:defRPr sz="16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6">
            <a:extLst>
              <a:ext uri="{FF2B5EF4-FFF2-40B4-BE49-F238E27FC236}">
                <a16:creationId xmlns:a16="http://schemas.microsoft.com/office/drawing/2014/main" id="{5AA4C752-48F0-FC42-269F-7B66F0FBA835}"/>
              </a:ext>
            </a:extLst>
          </p:cNvPr>
          <p:cNvSpPr>
            <a:spLocks noGrp="1"/>
          </p:cNvSpPr>
          <p:nvPr>
            <p:ph sz="quarter" idx="35"/>
          </p:nvPr>
        </p:nvSpPr>
        <p:spPr>
          <a:xfrm>
            <a:off x="8121649" y="1500553"/>
            <a:ext cx="3762375" cy="4697047"/>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59974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content option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C452-E5BA-BED8-6CE8-52DC50DF1442}"/>
              </a:ext>
            </a:extLst>
          </p:cNvPr>
          <p:cNvSpPr>
            <a:spLocks noGrp="1"/>
          </p:cNvSpPr>
          <p:nvPr>
            <p:ph type="title"/>
          </p:nvPr>
        </p:nvSpPr>
        <p:spPr/>
        <p:txBody>
          <a:bodyPr/>
          <a:lstStyle/>
          <a:p>
            <a:r>
              <a:rPr lang="en-GB" dirty="0"/>
              <a:t>Click to edit Master title style</a:t>
            </a:r>
            <a:endParaRPr lang="en-TH" dirty="0"/>
          </a:p>
        </p:txBody>
      </p:sp>
      <p:sp>
        <p:nvSpPr>
          <p:cNvPr id="3" name="Date Placeholder 2">
            <a:extLst>
              <a:ext uri="{FF2B5EF4-FFF2-40B4-BE49-F238E27FC236}">
                <a16:creationId xmlns:a16="http://schemas.microsoft.com/office/drawing/2014/main" id="{464A8C4B-7F6D-BF3B-506C-9463CB3CA6E0}"/>
              </a:ext>
            </a:extLst>
          </p:cNvPr>
          <p:cNvSpPr>
            <a:spLocks noGrp="1"/>
          </p:cNvSpPr>
          <p:nvPr>
            <p:ph type="dt" sz="half" idx="10"/>
          </p:nvPr>
        </p:nvSpPr>
        <p:spPr/>
        <p:txBody>
          <a:bodyPr/>
          <a:lstStyle/>
          <a:p>
            <a:fld id="{F506B9A3-0F94-4390-8B6E-CBF1534A9B7D}" type="datetime3">
              <a:rPr lang="en-US" smtClean="0"/>
              <a:t>9 August 2026</a:t>
            </a:fld>
            <a:endParaRPr lang="en-US"/>
          </a:p>
        </p:txBody>
      </p:sp>
      <p:sp>
        <p:nvSpPr>
          <p:cNvPr id="4" name="Footer Placeholder 3">
            <a:extLst>
              <a:ext uri="{FF2B5EF4-FFF2-40B4-BE49-F238E27FC236}">
                <a16:creationId xmlns:a16="http://schemas.microsoft.com/office/drawing/2014/main" id="{C738BE2B-375B-A8A5-93C3-EF38E86BB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503324-2F8C-7DB0-CF9F-4A5055E1B2C9}"/>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15" name="Content Placeholder 14">
            <a:extLst>
              <a:ext uri="{FF2B5EF4-FFF2-40B4-BE49-F238E27FC236}">
                <a16:creationId xmlns:a16="http://schemas.microsoft.com/office/drawing/2014/main" id="{8AF4741E-D0CA-1FF3-92B5-13689547614E}"/>
              </a:ext>
            </a:extLst>
          </p:cNvPr>
          <p:cNvSpPr>
            <a:spLocks noGrp="1"/>
          </p:cNvSpPr>
          <p:nvPr>
            <p:ph sz="quarter" idx="16"/>
          </p:nvPr>
        </p:nvSpPr>
        <p:spPr>
          <a:xfrm>
            <a:off x="307975" y="1054100"/>
            <a:ext cx="3759200" cy="184666"/>
          </a:xfrm>
        </p:spPr>
        <p:txBody>
          <a:bodyPr/>
          <a:lstStyle>
            <a:lvl1pPr>
              <a:defRPr sz="1200" b="1" i="0">
                <a:latin typeface="+mn-lt"/>
              </a:defRPr>
            </a:lvl1pPr>
          </a:lstStyle>
          <a:p>
            <a:pPr lvl="0"/>
            <a:r>
              <a:rPr lang="en-GB" dirty="0"/>
              <a:t>Click to edit Master text styles</a:t>
            </a:r>
          </a:p>
        </p:txBody>
      </p:sp>
      <p:sp>
        <p:nvSpPr>
          <p:cNvPr id="8" name="Content Placeholder 2">
            <a:extLst>
              <a:ext uri="{FF2B5EF4-FFF2-40B4-BE49-F238E27FC236}">
                <a16:creationId xmlns:a16="http://schemas.microsoft.com/office/drawing/2014/main" id="{93291B7B-1286-0552-419D-D026F8E07BA7}"/>
              </a:ext>
            </a:extLst>
          </p:cNvPr>
          <p:cNvSpPr>
            <a:spLocks noGrp="1"/>
          </p:cNvSpPr>
          <p:nvPr>
            <p:ph idx="26"/>
          </p:nvPr>
        </p:nvSpPr>
        <p:spPr>
          <a:xfrm>
            <a:off x="311150" y="133943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14">
            <a:extLst>
              <a:ext uri="{FF2B5EF4-FFF2-40B4-BE49-F238E27FC236}">
                <a16:creationId xmlns:a16="http://schemas.microsoft.com/office/drawing/2014/main" id="{E7024DCC-0360-BB88-0BED-CA86228FBC94}"/>
              </a:ext>
            </a:extLst>
          </p:cNvPr>
          <p:cNvSpPr>
            <a:spLocks noGrp="1"/>
          </p:cNvSpPr>
          <p:nvPr>
            <p:ph sz="quarter" idx="27"/>
          </p:nvPr>
        </p:nvSpPr>
        <p:spPr>
          <a:xfrm>
            <a:off x="4216400" y="1054100"/>
            <a:ext cx="3759200" cy="184666"/>
          </a:xfrm>
        </p:spPr>
        <p:txBody>
          <a:bodyPr/>
          <a:lstStyle>
            <a:lvl1pPr>
              <a:defRPr sz="1200" b="1" i="0">
                <a:latin typeface="+mn-lt"/>
              </a:defRPr>
            </a:lvl1pPr>
          </a:lstStyle>
          <a:p>
            <a:pPr lvl="0"/>
            <a:r>
              <a:rPr lang="en-GB"/>
              <a:t>Click to edit Master text styles</a:t>
            </a:r>
          </a:p>
        </p:txBody>
      </p:sp>
      <p:sp>
        <p:nvSpPr>
          <p:cNvPr id="14" name="Content Placeholder 2">
            <a:extLst>
              <a:ext uri="{FF2B5EF4-FFF2-40B4-BE49-F238E27FC236}">
                <a16:creationId xmlns:a16="http://schemas.microsoft.com/office/drawing/2014/main" id="{EC2DAB6A-4A90-CEC4-F8CE-5B2D6E0D0AFF}"/>
              </a:ext>
            </a:extLst>
          </p:cNvPr>
          <p:cNvSpPr>
            <a:spLocks noGrp="1"/>
          </p:cNvSpPr>
          <p:nvPr>
            <p:ph idx="28"/>
          </p:nvPr>
        </p:nvSpPr>
        <p:spPr>
          <a:xfrm>
            <a:off x="4219575" y="133943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14">
            <a:extLst>
              <a:ext uri="{FF2B5EF4-FFF2-40B4-BE49-F238E27FC236}">
                <a16:creationId xmlns:a16="http://schemas.microsoft.com/office/drawing/2014/main" id="{4F254319-1B7A-2154-619F-D6C3F3945F83}"/>
              </a:ext>
            </a:extLst>
          </p:cNvPr>
          <p:cNvSpPr>
            <a:spLocks noGrp="1"/>
          </p:cNvSpPr>
          <p:nvPr>
            <p:ph sz="quarter" idx="29"/>
          </p:nvPr>
        </p:nvSpPr>
        <p:spPr>
          <a:xfrm>
            <a:off x="8128000" y="1054100"/>
            <a:ext cx="3759200" cy="184666"/>
          </a:xfrm>
        </p:spPr>
        <p:txBody>
          <a:bodyPr/>
          <a:lstStyle>
            <a:lvl1pPr>
              <a:defRPr sz="1200" b="1" i="0">
                <a:latin typeface="+mn-lt"/>
              </a:defRPr>
            </a:lvl1pPr>
          </a:lstStyle>
          <a:p>
            <a:pPr lvl="0"/>
            <a:r>
              <a:rPr lang="en-GB"/>
              <a:t>Click to edit Master text styles</a:t>
            </a:r>
          </a:p>
        </p:txBody>
      </p:sp>
      <p:sp>
        <p:nvSpPr>
          <p:cNvPr id="17" name="Content Placeholder 2">
            <a:extLst>
              <a:ext uri="{FF2B5EF4-FFF2-40B4-BE49-F238E27FC236}">
                <a16:creationId xmlns:a16="http://schemas.microsoft.com/office/drawing/2014/main" id="{49F79371-0D4A-5D28-1AC2-002CCC10C054}"/>
              </a:ext>
            </a:extLst>
          </p:cNvPr>
          <p:cNvSpPr>
            <a:spLocks noGrp="1"/>
          </p:cNvSpPr>
          <p:nvPr>
            <p:ph idx="30"/>
          </p:nvPr>
        </p:nvSpPr>
        <p:spPr>
          <a:xfrm>
            <a:off x="8131175" y="133943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Content Placeholder 14">
            <a:extLst>
              <a:ext uri="{FF2B5EF4-FFF2-40B4-BE49-F238E27FC236}">
                <a16:creationId xmlns:a16="http://schemas.microsoft.com/office/drawing/2014/main" id="{87FDFEFE-7CF0-F9A6-D518-6B06D6F8EF79}"/>
              </a:ext>
            </a:extLst>
          </p:cNvPr>
          <p:cNvSpPr>
            <a:spLocks noGrp="1"/>
          </p:cNvSpPr>
          <p:nvPr>
            <p:ph sz="quarter" idx="31"/>
          </p:nvPr>
        </p:nvSpPr>
        <p:spPr>
          <a:xfrm>
            <a:off x="307975" y="3715440"/>
            <a:ext cx="3759200" cy="184666"/>
          </a:xfrm>
        </p:spPr>
        <p:txBody>
          <a:bodyPr/>
          <a:lstStyle>
            <a:lvl1pPr>
              <a:defRPr sz="1200" b="1" i="0">
                <a:latin typeface="+mn-lt"/>
              </a:defRPr>
            </a:lvl1pPr>
          </a:lstStyle>
          <a:p>
            <a:pPr lvl="0"/>
            <a:r>
              <a:rPr lang="en-GB"/>
              <a:t>Click to edit Master text styles</a:t>
            </a:r>
          </a:p>
        </p:txBody>
      </p:sp>
      <p:sp>
        <p:nvSpPr>
          <p:cNvPr id="19" name="Content Placeholder 2">
            <a:extLst>
              <a:ext uri="{FF2B5EF4-FFF2-40B4-BE49-F238E27FC236}">
                <a16:creationId xmlns:a16="http://schemas.microsoft.com/office/drawing/2014/main" id="{D1BA8350-4799-0CE3-8F45-403A6025A66A}"/>
              </a:ext>
            </a:extLst>
          </p:cNvPr>
          <p:cNvSpPr>
            <a:spLocks noGrp="1"/>
          </p:cNvSpPr>
          <p:nvPr>
            <p:ph idx="32"/>
          </p:nvPr>
        </p:nvSpPr>
        <p:spPr>
          <a:xfrm>
            <a:off x="311150" y="400077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4" name="Content Placeholder 14">
            <a:extLst>
              <a:ext uri="{FF2B5EF4-FFF2-40B4-BE49-F238E27FC236}">
                <a16:creationId xmlns:a16="http://schemas.microsoft.com/office/drawing/2014/main" id="{9C8D9768-47AC-4829-29EF-010A538DF8D9}"/>
              </a:ext>
            </a:extLst>
          </p:cNvPr>
          <p:cNvSpPr>
            <a:spLocks noGrp="1"/>
          </p:cNvSpPr>
          <p:nvPr>
            <p:ph sz="quarter" idx="33"/>
          </p:nvPr>
        </p:nvSpPr>
        <p:spPr>
          <a:xfrm>
            <a:off x="4216400" y="3715440"/>
            <a:ext cx="3759200" cy="184666"/>
          </a:xfrm>
        </p:spPr>
        <p:txBody>
          <a:bodyPr/>
          <a:lstStyle>
            <a:lvl1pPr>
              <a:defRPr sz="1200" b="1" i="0">
                <a:latin typeface="+mn-lt"/>
              </a:defRPr>
            </a:lvl1pPr>
          </a:lstStyle>
          <a:p>
            <a:pPr lvl="0"/>
            <a:r>
              <a:rPr lang="en-GB"/>
              <a:t>Click to edit Master text styles</a:t>
            </a:r>
          </a:p>
        </p:txBody>
      </p:sp>
      <p:sp>
        <p:nvSpPr>
          <p:cNvPr id="25" name="Content Placeholder 2">
            <a:extLst>
              <a:ext uri="{FF2B5EF4-FFF2-40B4-BE49-F238E27FC236}">
                <a16:creationId xmlns:a16="http://schemas.microsoft.com/office/drawing/2014/main" id="{0A5E415C-BB61-0058-2873-CF5DDEAC4AA9}"/>
              </a:ext>
            </a:extLst>
          </p:cNvPr>
          <p:cNvSpPr>
            <a:spLocks noGrp="1"/>
          </p:cNvSpPr>
          <p:nvPr>
            <p:ph idx="34"/>
          </p:nvPr>
        </p:nvSpPr>
        <p:spPr>
          <a:xfrm>
            <a:off x="4219575" y="400077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2" name="Content Placeholder 14">
            <a:extLst>
              <a:ext uri="{FF2B5EF4-FFF2-40B4-BE49-F238E27FC236}">
                <a16:creationId xmlns:a16="http://schemas.microsoft.com/office/drawing/2014/main" id="{E01E2E7D-7F3F-013C-7FA2-F38392EE0AE1}"/>
              </a:ext>
            </a:extLst>
          </p:cNvPr>
          <p:cNvSpPr>
            <a:spLocks noGrp="1"/>
          </p:cNvSpPr>
          <p:nvPr>
            <p:ph sz="quarter" idx="35"/>
          </p:nvPr>
        </p:nvSpPr>
        <p:spPr>
          <a:xfrm>
            <a:off x="8128000" y="3715440"/>
            <a:ext cx="3759200" cy="184666"/>
          </a:xfrm>
        </p:spPr>
        <p:txBody>
          <a:bodyPr/>
          <a:lstStyle>
            <a:lvl1pPr>
              <a:defRPr sz="1200" b="1" i="0">
                <a:latin typeface="+mn-lt"/>
              </a:defRPr>
            </a:lvl1pPr>
          </a:lstStyle>
          <a:p>
            <a:pPr lvl="0"/>
            <a:r>
              <a:rPr lang="en-GB"/>
              <a:t>Click to edit Master text styles</a:t>
            </a:r>
          </a:p>
        </p:txBody>
      </p:sp>
      <p:sp>
        <p:nvSpPr>
          <p:cNvPr id="33" name="Content Placeholder 2">
            <a:extLst>
              <a:ext uri="{FF2B5EF4-FFF2-40B4-BE49-F238E27FC236}">
                <a16:creationId xmlns:a16="http://schemas.microsoft.com/office/drawing/2014/main" id="{FED2A77B-9ADD-E380-B28A-970F269F92D1}"/>
              </a:ext>
            </a:extLst>
          </p:cNvPr>
          <p:cNvSpPr>
            <a:spLocks noGrp="1"/>
          </p:cNvSpPr>
          <p:nvPr>
            <p:ph idx="36"/>
          </p:nvPr>
        </p:nvSpPr>
        <p:spPr>
          <a:xfrm>
            <a:off x="8131175" y="4000775"/>
            <a:ext cx="3756025"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817969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4 Column content optio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C452-E5BA-BED8-6CE8-52DC50DF1442}"/>
              </a:ext>
            </a:extLst>
          </p:cNvPr>
          <p:cNvSpPr>
            <a:spLocks noGrp="1"/>
          </p:cNvSpPr>
          <p:nvPr>
            <p:ph type="title"/>
          </p:nvPr>
        </p:nvSpPr>
        <p:spPr/>
        <p:txBody>
          <a:bodyPr/>
          <a:lstStyle/>
          <a:p>
            <a:r>
              <a:rPr lang="en-GB" dirty="0"/>
              <a:t>Click to edit Master title style</a:t>
            </a:r>
            <a:endParaRPr lang="en-TH" dirty="0"/>
          </a:p>
        </p:txBody>
      </p:sp>
      <p:sp>
        <p:nvSpPr>
          <p:cNvPr id="3" name="Date Placeholder 2">
            <a:extLst>
              <a:ext uri="{FF2B5EF4-FFF2-40B4-BE49-F238E27FC236}">
                <a16:creationId xmlns:a16="http://schemas.microsoft.com/office/drawing/2014/main" id="{464A8C4B-7F6D-BF3B-506C-9463CB3CA6E0}"/>
              </a:ext>
            </a:extLst>
          </p:cNvPr>
          <p:cNvSpPr>
            <a:spLocks noGrp="1"/>
          </p:cNvSpPr>
          <p:nvPr>
            <p:ph type="dt" sz="half" idx="10"/>
          </p:nvPr>
        </p:nvSpPr>
        <p:spPr/>
        <p:txBody>
          <a:bodyPr/>
          <a:lstStyle/>
          <a:p>
            <a:fld id="{48904FFF-C0AA-46D3-99DC-B716BA5F16C7}" type="datetime3">
              <a:rPr lang="en-US" smtClean="0"/>
              <a:t>9 August 2026</a:t>
            </a:fld>
            <a:endParaRPr lang="en-US"/>
          </a:p>
        </p:txBody>
      </p:sp>
      <p:sp>
        <p:nvSpPr>
          <p:cNvPr id="4" name="Footer Placeholder 3">
            <a:extLst>
              <a:ext uri="{FF2B5EF4-FFF2-40B4-BE49-F238E27FC236}">
                <a16:creationId xmlns:a16="http://schemas.microsoft.com/office/drawing/2014/main" id="{C738BE2B-375B-A8A5-93C3-EF38E86BB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503324-2F8C-7DB0-CF9F-4A5055E1B2C9}"/>
              </a:ext>
            </a:extLst>
          </p:cNvPr>
          <p:cNvSpPr>
            <a:spLocks noGrp="1"/>
          </p:cNvSpPr>
          <p:nvPr>
            <p:ph type="sldNum" sz="quarter" idx="12"/>
          </p:nvPr>
        </p:nvSpPr>
        <p:spPr/>
        <p:txBody>
          <a:bodyPr/>
          <a:lstStyle/>
          <a:p>
            <a:fld id="{E0551E10-3756-4739-ABBE-36B7B4A8E5E7}" type="slidenum">
              <a:rPr lang="en-US" smtClean="0"/>
              <a:pPr/>
              <a:t>‹#›</a:t>
            </a:fld>
            <a:endParaRPr lang="en-US"/>
          </a:p>
        </p:txBody>
      </p:sp>
      <p:sp>
        <p:nvSpPr>
          <p:cNvPr id="20" name="Content Placeholder 14">
            <a:extLst>
              <a:ext uri="{FF2B5EF4-FFF2-40B4-BE49-F238E27FC236}">
                <a16:creationId xmlns:a16="http://schemas.microsoft.com/office/drawing/2014/main" id="{891844D4-42FB-19C6-00DD-A555F8B606A6}"/>
              </a:ext>
            </a:extLst>
          </p:cNvPr>
          <p:cNvSpPr>
            <a:spLocks noGrp="1"/>
          </p:cNvSpPr>
          <p:nvPr>
            <p:ph sz="quarter" idx="16"/>
          </p:nvPr>
        </p:nvSpPr>
        <p:spPr>
          <a:xfrm>
            <a:off x="307975" y="1054100"/>
            <a:ext cx="2775600" cy="184666"/>
          </a:xfrm>
        </p:spPr>
        <p:txBody>
          <a:bodyPr/>
          <a:lstStyle>
            <a:lvl1pPr>
              <a:defRPr sz="1200" b="1" i="0">
                <a:latin typeface="+mn-lt"/>
              </a:defRPr>
            </a:lvl1pPr>
          </a:lstStyle>
          <a:p>
            <a:pPr lvl="0"/>
            <a:r>
              <a:rPr lang="en-GB" dirty="0"/>
              <a:t>Click to edit Master text styles</a:t>
            </a:r>
          </a:p>
        </p:txBody>
      </p:sp>
      <p:sp>
        <p:nvSpPr>
          <p:cNvPr id="21" name="Content Placeholder 2">
            <a:extLst>
              <a:ext uri="{FF2B5EF4-FFF2-40B4-BE49-F238E27FC236}">
                <a16:creationId xmlns:a16="http://schemas.microsoft.com/office/drawing/2014/main" id="{65ED21CA-F613-F346-F2BB-FBD2CBD1BC3A}"/>
              </a:ext>
            </a:extLst>
          </p:cNvPr>
          <p:cNvSpPr>
            <a:spLocks noGrp="1"/>
          </p:cNvSpPr>
          <p:nvPr>
            <p:ph idx="26"/>
          </p:nvPr>
        </p:nvSpPr>
        <p:spPr>
          <a:xfrm>
            <a:off x="311150" y="1339435"/>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9" name="Content Placeholder 14">
            <a:extLst>
              <a:ext uri="{FF2B5EF4-FFF2-40B4-BE49-F238E27FC236}">
                <a16:creationId xmlns:a16="http://schemas.microsoft.com/office/drawing/2014/main" id="{E55A099E-F42A-0D7B-FF85-EADB03D4A9A0}"/>
              </a:ext>
            </a:extLst>
          </p:cNvPr>
          <p:cNvSpPr>
            <a:spLocks noGrp="1"/>
          </p:cNvSpPr>
          <p:nvPr>
            <p:ph sz="quarter" idx="40"/>
          </p:nvPr>
        </p:nvSpPr>
        <p:spPr>
          <a:xfrm>
            <a:off x="9108348" y="1054100"/>
            <a:ext cx="2775600" cy="184666"/>
          </a:xfrm>
        </p:spPr>
        <p:txBody>
          <a:bodyPr/>
          <a:lstStyle>
            <a:lvl1pPr>
              <a:defRPr sz="1200" b="1" i="0">
                <a:latin typeface="+mn-lt"/>
              </a:defRPr>
            </a:lvl1pPr>
          </a:lstStyle>
          <a:p>
            <a:pPr lvl="0"/>
            <a:r>
              <a:rPr lang="en-GB"/>
              <a:t>Click to edit Master text styles</a:t>
            </a:r>
          </a:p>
        </p:txBody>
      </p:sp>
      <p:sp>
        <p:nvSpPr>
          <p:cNvPr id="40" name="Content Placeholder 2">
            <a:extLst>
              <a:ext uri="{FF2B5EF4-FFF2-40B4-BE49-F238E27FC236}">
                <a16:creationId xmlns:a16="http://schemas.microsoft.com/office/drawing/2014/main" id="{675716EE-A451-9F0D-B583-D5A94119053D}"/>
              </a:ext>
            </a:extLst>
          </p:cNvPr>
          <p:cNvSpPr>
            <a:spLocks noGrp="1"/>
          </p:cNvSpPr>
          <p:nvPr>
            <p:ph idx="41"/>
          </p:nvPr>
        </p:nvSpPr>
        <p:spPr>
          <a:xfrm>
            <a:off x="9111523" y="1339435"/>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3" name="Content Placeholder 14">
            <a:extLst>
              <a:ext uri="{FF2B5EF4-FFF2-40B4-BE49-F238E27FC236}">
                <a16:creationId xmlns:a16="http://schemas.microsoft.com/office/drawing/2014/main" id="{9792A298-429C-5796-C452-7465B9E35D0F}"/>
              </a:ext>
            </a:extLst>
          </p:cNvPr>
          <p:cNvSpPr>
            <a:spLocks noGrp="1"/>
          </p:cNvSpPr>
          <p:nvPr>
            <p:ph sz="quarter" idx="44"/>
          </p:nvPr>
        </p:nvSpPr>
        <p:spPr>
          <a:xfrm>
            <a:off x="6174891" y="1054100"/>
            <a:ext cx="2775600" cy="184666"/>
          </a:xfrm>
        </p:spPr>
        <p:txBody>
          <a:bodyPr/>
          <a:lstStyle>
            <a:lvl1pPr>
              <a:defRPr sz="1200" b="1" i="0">
                <a:latin typeface="+mn-lt"/>
              </a:defRPr>
            </a:lvl1pPr>
          </a:lstStyle>
          <a:p>
            <a:pPr lvl="0"/>
            <a:r>
              <a:rPr lang="en-GB"/>
              <a:t>Click to edit Master text styles</a:t>
            </a:r>
          </a:p>
        </p:txBody>
      </p:sp>
      <p:sp>
        <p:nvSpPr>
          <p:cNvPr id="44" name="Content Placeholder 2">
            <a:extLst>
              <a:ext uri="{FF2B5EF4-FFF2-40B4-BE49-F238E27FC236}">
                <a16:creationId xmlns:a16="http://schemas.microsoft.com/office/drawing/2014/main" id="{0ED8B745-E83B-922E-FEC8-97D17DE01A63}"/>
              </a:ext>
            </a:extLst>
          </p:cNvPr>
          <p:cNvSpPr>
            <a:spLocks noGrp="1"/>
          </p:cNvSpPr>
          <p:nvPr>
            <p:ph idx="45"/>
          </p:nvPr>
        </p:nvSpPr>
        <p:spPr>
          <a:xfrm>
            <a:off x="6178066" y="1339435"/>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7" name="Content Placeholder 14">
            <a:extLst>
              <a:ext uri="{FF2B5EF4-FFF2-40B4-BE49-F238E27FC236}">
                <a16:creationId xmlns:a16="http://schemas.microsoft.com/office/drawing/2014/main" id="{A17BA435-7595-49B9-E9AA-FDFA710248D6}"/>
              </a:ext>
            </a:extLst>
          </p:cNvPr>
          <p:cNvSpPr>
            <a:spLocks noGrp="1"/>
          </p:cNvSpPr>
          <p:nvPr>
            <p:ph sz="quarter" idx="48"/>
          </p:nvPr>
        </p:nvSpPr>
        <p:spPr>
          <a:xfrm>
            <a:off x="3241433" y="1054100"/>
            <a:ext cx="2775600" cy="184666"/>
          </a:xfrm>
        </p:spPr>
        <p:txBody>
          <a:bodyPr/>
          <a:lstStyle>
            <a:lvl1pPr>
              <a:defRPr sz="1200" b="1" i="0">
                <a:latin typeface="+mn-lt"/>
              </a:defRPr>
            </a:lvl1pPr>
          </a:lstStyle>
          <a:p>
            <a:pPr lvl="0"/>
            <a:r>
              <a:rPr lang="en-GB"/>
              <a:t>Click to edit Master text styles</a:t>
            </a:r>
          </a:p>
        </p:txBody>
      </p:sp>
      <p:sp>
        <p:nvSpPr>
          <p:cNvPr id="48" name="Content Placeholder 2">
            <a:extLst>
              <a:ext uri="{FF2B5EF4-FFF2-40B4-BE49-F238E27FC236}">
                <a16:creationId xmlns:a16="http://schemas.microsoft.com/office/drawing/2014/main" id="{6018801A-8BF0-8F68-49F2-F80710CC4CE5}"/>
              </a:ext>
            </a:extLst>
          </p:cNvPr>
          <p:cNvSpPr>
            <a:spLocks noGrp="1"/>
          </p:cNvSpPr>
          <p:nvPr>
            <p:ph idx="49"/>
          </p:nvPr>
        </p:nvSpPr>
        <p:spPr>
          <a:xfrm>
            <a:off x="3244608" y="1339435"/>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1" name="Content Placeholder 14">
            <a:extLst>
              <a:ext uri="{FF2B5EF4-FFF2-40B4-BE49-F238E27FC236}">
                <a16:creationId xmlns:a16="http://schemas.microsoft.com/office/drawing/2014/main" id="{994DAFFB-4E40-E0CA-CA15-4ACD847EF9E6}"/>
              </a:ext>
            </a:extLst>
          </p:cNvPr>
          <p:cNvSpPr>
            <a:spLocks noGrp="1"/>
          </p:cNvSpPr>
          <p:nvPr>
            <p:ph sz="quarter" idx="50"/>
          </p:nvPr>
        </p:nvSpPr>
        <p:spPr>
          <a:xfrm>
            <a:off x="307975" y="3715440"/>
            <a:ext cx="2775600" cy="184666"/>
          </a:xfrm>
        </p:spPr>
        <p:txBody>
          <a:bodyPr/>
          <a:lstStyle>
            <a:lvl1pPr>
              <a:defRPr sz="1200" b="1" i="0">
                <a:latin typeface="+mn-lt"/>
              </a:defRPr>
            </a:lvl1pPr>
          </a:lstStyle>
          <a:p>
            <a:pPr lvl="0"/>
            <a:r>
              <a:rPr lang="en-GB"/>
              <a:t>Click to edit Master text styles</a:t>
            </a:r>
          </a:p>
        </p:txBody>
      </p:sp>
      <p:sp>
        <p:nvSpPr>
          <p:cNvPr id="52" name="Content Placeholder 2">
            <a:extLst>
              <a:ext uri="{FF2B5EF4-FFF2-40B4-BE49-F238E27FC236}">
                <a16:creationId xmlns:a16="http://schemas.microsoft.com/office/drawing/2014/main" id="{822C62C5-A39A-3192-10E6-E67D1838262C}"/>
              </a:ext>
            </a:extLst>
          </p:cNvPr>
          <p:cNvSpPr>
            <a:spLocks noGrp="1"/>
          </p:cNvSpPr>
          <p:nvPr>
            <p:ph idx="51"/>
          </p:nvPr>
        </p:nvSpPr>
        <p:spPr>
          <a:xfrm>
            <a:off x="311150" y="3993280"/>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3" name="Content Placeholder 14">
            <a:extLst>
              <a:ext uri="{FF2B5EF4-FFF2-40B4-BE49-F238E27FC236}">
                <a16:creationId xmlns:a16="http://schemas.microsoft.com/office/drawing/2014/main" id="{FDFF6AEF-CD21-8111-0D7B-2CE6FC89D8F7}"/>
              </a:ext>
            </a:extLst>
          </p:cNvPr>
          <p:cNvSpPr>
            <a:spLocks noGrp="1"/>
          </p:cNvSpPr>
          <p:nvPr>
            <p:ph sz="quarter" idx="52"/>
          </p:nvPr>
        </p:nvSpPr>
        <p:spPr>
          <a:xfrm>
            <a:off x="9108348" y="3707945"/>
            <a:ext cx="2775600" cy="184666"/>
          </a:xfrm>
        </p:spPr>
        <p:txBody>
          <a:bodyPr/>
          <a:lstStyle>
            <a:lvl1pPr>
              <a:defRPr sz="1200" b="1" i="0">
                <a:latin typeface="+mn-lt"/>
              </a:defRPr>
            </a:lvl1pPr>
          </a:lstStyle>
          <a:p>
            <a:pPr lvl="0"/>
            <a:r>
              <a:rPr lang="en-GB"/>
              <a:t>Click to edit Master text styles</a:t>
            </a:r>
          </a:p>
        </p:txBody>
      </p:sp>
      <p:sp>
        <p:nvSpPr>
          <p:cNvPr id="54" name="Content Placeholder 2">
            <a:extLst>
              <a:ext uri="{FF2B5EF4-FFF2-40B4-BE49-F238E27FC236}">
                <a16:creationId xmlns:a16="http://schemas.microsoft.com/office/drawing/2014/main" id="{EA41DDAB-6491-03AD-D60C-D61699850A01}"/>
              </a:ext>
            </a:extLst>
          </p:cNvPr>
          <p:cNvSpPr>
            <a:spLocks noGrp="1"/>
          </p:cNvSpPr>
          <p:nvPr>
            <p:ph idx="53"/>
          </p:nvPr>
        </p:nvSpPr>
        <p:spPr>
          <a:xfrm>
            <a:off x="9111523" y="3993280"/>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5" name="Content Placeholder 14">
            <a:extLst>
              <a:ext uri="{FF2B5EF4-FFF2-40B4-BE49-F238E27FC236}">
                <a16:creationId xmlns:a16="http://schemas.microsoft.com/office/drawing/2014/main" id="{D57153BD-1C66-8DAE-9997-B8344C86EEBA}"/>
              </a:ext>
            </a:extLst>
          </p:cNvPr>
          <p:cNvSpPr>
            <a:spLocks noGrp="1"/>
          </p:cNvSpPr>
          <p:nvPr>
            <p:ph sz="quarter" idx="54"/>
          </p:nvPr>
        </p:nvSpPr>
        <p:spPr>
          <a:xfrm>
            <a:off x="6174891" y="3707945"/>
            <a:ext cx="2775600" cy="184666"/>
          </a:xfrm>
        </p:spPr>
        <p:txBody>
          <a:bodyPr/>
          <a:lstStyle>
            <a:lvl1pPr>
              <a:defRPr sz="1200" b="1" i="0">
                <a:latin typeface="+mn-lt"/>
              </a:defRPr>
            </a:lvl1pPr>
          </a:lstStyle>
          <a:p>
            <a:pPr lvl="0"/>
            <a:r>
              <a:rPr lang="en-GB"/>
              <a:t>Click to edit Master text styles</a:t>
            </a:r>
          </a:p>
        </p:txBody>
      </p:sp>
      <p:sp>
        <p:nvSpPr>
          <p:cNvPr id="56" name="Content Placeholder 2">
            <a:extLst>
              <a:ext uri="{FF2B5EF4-FFF2-40B4-BE49-F238E27FC236}">
                <a16:creationId xmlns:a16="http://schemas.microsoft.com/office/drawing/2014/main" id="{2DB18083-D46E-F685-BBD4-2BD044FBC284}"/>
              </a:ext>
            </a:extLst>
          </p:cNvPr>
          <p:cNvSpPr>
            <a:spLocks noGrp="1"/>
          </p:cNvSpPr>
          <p:nvPr>
            <p:ph idx="55"/>
          </p:nvPr>
        </p:nvSpPr>
        <p:spPr>
          <a:xfrm>
            <a:off x="6178066" y="3993280"/>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7" name="Content Placeholder 14">
            <a:extLst>
              <a:ext uri="{FF2B5EF4-FFF2-40B4-BE49-F238E27FC236}">
                <a16:creationId xmlns:a16="http://schemas.microsoft.com/office/drawing/2014/main" id="{40E34BA0-3B0E-608E-2BFD-11A412C022AF}"/>
              </a:ext>
            </a:extLst>
          </p:cNvPr>
          <p:cNvSpPr>
            <a:spLocks noGrp="1"/>
          </p:cNvSpPr>
          <p:nvPr>
            <p:ph sz="quarter" idx="56"/>
          </p:nvPr>
        </p:nvSpPr>
        <p:spPr>
          <a:xfrm>
            <a:off x="3241433" y="3707945"/>
            <a:ext cx="2775600" cy="184666"/>
          </a:xfrm>
        </p:spPr>
        <p:txBody>
          <a:bodyPr/>
          <a:lstStyle>
            <a:lvl1pPr>
              <a:defRPr sz="1200" b="1" i="0">
                <a:latin typeface="+mn-lt"/>
              </a:defRPr>
            </a:lvl1pPr>
          </a:lstStyle>
          <a:p>
            <a:pPr lvl="0"/>
            <a:r>
              <a:rPr lang="en-GB"/>
              <a:t>Click to edit Master text styles</a:t>
            </a:r>
          </a:p>
        </p:txBody>
      </p:sp>
      <p:sp>
        <p:nvSpPr>
          <p:cNvPr id="58" name="Content Placeholder 2">
            <a:extLst>
              <a:ext uri="{FF2B5EF4-FFF2-40B4-BE49-F238E27FC236}">
                <a16:creationId xmlns:a16="http://schemas.microsoft.com/office/drawing/2014/main" id="{F7716425-E276-39B8-4BE0-C331F4F4BC31}"/>
              </a:ext>
            </a:extLst>
          </p:cNvPr>
          <p:cNvSpPr>
            <a:spLocks noGrp="1"/>
          </p:cNvSpPr>
          <p:nvPr>
            <p:ph idx="57"/>
          </p:nvPr>
        </p:nvSpPr>
        <p:spPr>
          <a:xfrm>
            <a:off x="3244608" y="3993280"/>
            <a:ext cx="2775600" cy="221021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469711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amp; image right - Prosper Blu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4152-AB02-0BB3-737D-CD0DECC54C88}"/>
              </a:ext>
            </a:extLst>
          </p:cNvPr>
          <p:cNvSpPr>
            <a:spLocks noGrp="1"/>
          </p:cNvSpPr>
          <p:nvPr>
            <p:ph type="title"/>
          </p:nvPr>
        </p:nvSpPr>
        <p:spPr>
          <a:xfrm>
            <a:off x="317275" y="2297114"/>
            <a:ext cx="3746726" cy="984885"/>
          </a:xfrm>
        </p:spPr>
        <p:txBody>
          <a:bodyPr wrap="square" anchor="b">
            <a:spAutoFit/>
          </a:bodyPr>
          <a:lstStyle>
            <a:lvl1pPr>
              <a:defRPr sz="3200"/>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E18F7144-D723-2B6D-5C4B-1777AD3BAB83}"/>
              </a:ext>
            </a:extLst>
          </p:cNvPr>
          <p:cNvSpPr>
            <a:spLocks noGrp="1"/>
          </p:cNvSpPr>
          <p:nvPr>
            <p:ph type="body" sz="half" idx="2"/>
          </p:nvPr>
        </p:nvSpPr>
        <p:spPr>
          <a:xfrm>
            <a:off x="317275" y="3678571"/>
            <a:ext cx="3746726" cy="246221"/>
          </a:xfrm>
        </p:spPr>
        <p:txBody>
          <a:bodyPr wrap="square">
            <a:sp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4D588941-0330-ACFC-D5C6-A68282F6B474}"/>
              </a:ext>
            </a:extLst>
          </p:cNvPr>
          <p:cNvSpPr>
            <a:spLocks noGrp="1"/>
          </p:cNvSpPr>
          <p:nvPr>
            <p:ph type="dt" sz="half" idx="10"/>
          </p:nvPr>
        </p:nvSpPr>
        <p:spPr/>
        <p:txBody>
          <a:bodyPr/>
          <a:lstStyle/>
          <a:p>
            <a:fld id="{EEEB0621-7439-4341-9403-22DF0DA0600D}" type="datetime3">
              <a:rPr lang="en-US" smtClean="0"/>
              <a:t>9 August 2026</a:t>
            </a:fld>
            <a:endParaRPr lang="en-US"/>
          </a:p>
        </p:txBody>
      </p:sp>
      <p:sp>
        <p:nvSpPr>
          <p:cNvPr id="6" name="Footer Placeholder 5">
            <a:extLst>
              <a:ext uri="{FF2B5EF4-FFF2-40B4-BE49-F238E27FC236}">
                <a16:creationId xmlns:a16="http://schemas.microsoft.com/office/drawing/2014/main" id="{E60FF45D-31BA-8977-74DE-46FD59426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7A573-0C07-EE9E-0B5C-BB9DDCE8D23E}"/>
              </a:ext>
            </a:extLst>
          </p:cNvPr>
          <p:cNvSpPr>
            <a:spLocks noGrp="1"/>
          </p:cNvSpPr>
          <p:nvPr>
            <p:ph type="sldNum" sz="quarter" idx="12"/>
          </p:nvPr>
        </p:nvSpPr>
        <p:spPr>
          <a:xfrm>
            <a:off x="11622088" y="6510368"/>
            <a:ext cx="261937" cy="138499"/>
          </a:xfrm>
        </p:spPr>
        <p:txBody>
          <a:bodyPr/>
          <a:lstStyle/>
          <a:p>
            <a:fld id="{E0551E10-3756-4739-ABBE-36B7B4A8E5E7}" type="slidenum">
              <a:rPr lang="en-US" smtClean="0"/>
              <a:t>‹#›</a:t>
            </a:fld>
            <a:endParaRPr lang="en-US"/>
          </a:p>
        </p:txBody>
      </p:sp>
      <p:pic>
        <p:nvPicPr>
          <p:cNvPr id="10" name="Graphic 9">
            <a:extLst>
              <a:ext uri="{FF2B5EF4-FFF2-40B4-BE49-F238E27FC236}">
                <a16:creationId xmlns:a16="http://schemas.microsoft.com/office/drawing/2014/main" id="{782F0DC7-5E7C-B285-4C51-DDD3D1271C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sp>
        <p:nvSpPr>
          <p:cNvPr id="11" name="Picture Placeholder 10">
            <a:extLst>
              <a:ext uri="{FF2B5EF4-FFF2-40B4-BE49-F238E27FC236}">
                <a16:creationId xmlns:a16="http://schemas.microsoft.com/office/drawing/2014/main" id="{5138D79F-F9F2-F724-672B-06631FA9296A}"/>
              </a:ext>
            </a:extLst>
          </p:cNvPr>
          <p:cNvSpPr>
            <a:spLocks noGrp="1"/>
          </p:cNvSpPr>
          <p:nvPr>
            <p:ph type="pic" sz="quarter" idx="13"/>
          </p:nvPr>
        </p:nvSpPr>
        <p:spPr>
          <a:xfrm>
            <a:off x="4760686" y="338139"/>
            <a:ext cx="7123339" cy="5994400"/>
          </a:xfrm>
          <a:solidFill>
            <a:schemeClr val="bg1">
              <a:lumMod val="40000"/>
              <a:lumOff val="60000"/>
            </a:schemeClr>
          </a:solidFill>
        </p:spPr>
        <p:txBody>
          <a:bodyPr bIns="640080" anchor="ctr" anchorCtr="0">
            <a:noAutofit/>
          </a:bodyPr>
          <a:lstStyle>
            <a:lvl1pPr algn="ctr">
              <a:defRPr b="0"/>
            </a:lvl1pPr>
          </a:lstStyle>
          <a:p>
            <a:r>
              <a:rPr lang="en-GB"/>
              <a:t>Click icon to add picture</a:t>
            </a:r>
            <a:endParaRPr lang="en-US"/>
          </a:p>
        </p:txBody>
      </p:sp>
    </p:spTree>
    <p:extLst>
      <p:ext uri="{BB962C8B-B14F-4D97-AF65-F5344CB8AC3E}">
        <p14:creationId xmlns:p14="http://schemas.microsoft.com/office/powerpoint/2010/main" val="609163283"/>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amp; image righ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4152-AB02-0BB3-737D-CD0DECC54C88}"/>
              </a:ext>
            </a:extLst>
          </p:cNvPr>
          <p:cNvSpPr>
            <a:spLocks noGrp="1"/>
          </p:cNvSpPr>
          <p:nvPr>
            <p:ph type="title"/>
          </p:nvPr>
        </p:nvSpPr>
        <p:spPr>
          <a:xfrm>
            <a:off x="317275" y="2297114"/>
            <a:ext cx="3746726" cy="984885"/>
          </a:xfrm>
        </p:spPr>
        <p:txBody>
          <a:bodyPr wrap="square" anchor="b">
            <a:spAutoFit/>
          </a:bodyPr>
          <a:lstStyle>
            <a:lvl1pPr>
              <a:defRPr sz="3200"/>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E18F7144-D723-2B6D-5C4B-1777AD3BAB83}"/>
              </a:ext>
            </a:extLst>
          </p:cNvPr>
          <p:cNvSpPr>
            <a:spLocks noGrp="1"/>
          </p:cNvSpPr>
          <p:nvPr>
            <p:ph type="body" sz="half" idx="2"/>
          </p:nvPr>
        </p:nvSpPr>
        <p:spPr>
          <a:xfrm>
            <a:off x="317275" y="3678571"/>
            <a:ext cx="3746726" cy="246221"/>
          </a:xfrm>
        </p:spPr>
        <p:txBody>
          <a:bodyPr wrap="square">
            <a:sp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4D588941-0330-ACFC-D5C6-A68282F6B474}"/>
              </a:ext>
            </a:extLst>
          </p:cNvPr>
          <p:cNvSpPr>
            <a:spLocks noGrp="1"/>
          </p:cNvSpPr>
          <p:nvPr>
            <p:ph type="dt" sz="half" idx="10"/>
          </p:nvPr>
        </p:nvSpPr>
        <p:spPr/>
        <p:txBody>
          <a:bodyPr/>
          <a:lstStyle/>
          <a:p>
            <a:fld id="{438FBD9A-F08D-43A5-8A72-2A824048B89B}" type="datetime3">
              <a:rPr lang="en-US" smtClean="0"/>
              <a:t>9 August 2026</a:t>
            </a:fld>
            <a:endParaRPr lang="en-US"/>
          </a:p>
        </p:txBody>
      </p:sp>
      <p:sp>
        <p:nvSpPr>
          <p:cNvPr id="6" name="Footer Placeholder 5">
            <a:extLst>
              <a:ext uri="{FF2B5EF4-FFF2-40B4-BE49-F238E27FC236}">
                <a16:creationId xmlns:a16="http://schemas.microsoft.com/office/drawing/2014/main" id="{E60FF45D-31BA-8977-74DE-46FD59426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7A573-0C07-EE9E-0B5C-BB9DDCE8D23E}"/>
              </a:ext>
            </a:extLst>
          </p:cNvPr>
          <p:cNvSpPr>
            <a:spLocks noGrp="1"/>
          </p:cNvSpPr>
          <p:nvPr>
            <p:ph type="sldNum" sz="quarter" idx="12"/>
          </p:nvPr>
        </p:nvSpPr>
        <p:spPr>
          <a:xfrm>
            <a:off x="11622088" y="6510368"/>
            <a:ext cx="261937" cy="138499"/>
          </a:xfrm>
        </p:spPr>
        <p:txBody>
          <a:bodyPr/>
          <a:lstStyle/>
          <a:p>
            <a:fld id="{E0551E10-3756-4739-ABBE-36B7B4A8E5E7}" type="slidenum">
              <a:rPr lang="en-US" smtClean="0"/>
              <a:t>‹#›</a:t>
            </a:fld>
            <a:endParaRPr lang="en-US"/>
          </a:p>
        </p:txBody>
      </p:sp>
      <p:pic>
        <p:nvPicPr>
          <p:cNvPr id="10" name="Graphic 9">
            <a:extLst>
              <a:ext uri="{FF2B5EF4-FFF2-40B4-BE49-F238E27FC236}">
                <a16:creationId xmlns:a16="http://schemas.microsoft.com/office/drawing/2014/main" id="{782F0DC7-5E7C-B285-4C51-DDD3D1271C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sp>
        <p:nvSpPr>
          <p:cNvPr id="11" name="Picture Placeholder 10">
            <a:extLst>
              <a:ext uri="{FF2B5EF4-FFF2-40B4-BE49-F238E27FC236}">
                <a16:creationId xmlns:a16="http://schemas.microsoft.com/office/drawing/2014/main" id="{5138D79F-F9F2-F724-672B-06631FA9296A}"/>
              </a:ext>
            </a:extLst>
          </p:cNvPr>
          <p:cNvSpPr>
            <a:spLocks noGrp="1"/>
          </p:cNvSpPr>
          <p:nvPr>
            <p:ph type="pic" sz="quarter" idx="13"/>
          </p:nvPr>
        </p:nvSpPr>
        <p:spPr>
          <a:xfrm>
            <a:off x="4760686" y="338139"/>
            <a:ext cx="7123339" cy="5994400"/>
          </a:xfrm>
          <a:solidFill>
            <a:schemeClr val="bg1">
              <a:lumMod val="85000"/>
            </a:schemeClr>
          </a:solidFill>
        </p:spPr>
        <p:txBody>
          <a:bodyPr bIns="640080" anchor="ctr" anchorCtr="0">
            <a:noAutofit/>
          </a:bodyPr>
          <a:lstStyle>
            <a:lvl1pPr algn="ctr">
              <a:defRPr b="0"/>
            </a:lvl1pPr>
          </a:lstStyle>
          <a:p>
            <a:r>
              <a:rPr lang="en-GB"/>
              <a:t>Click icon to add picture</a:t>
            </a:r>
            <a:endParaRPr lang="en-US"/>
          </a:p>
        </p:txBody>
      </p:sp>
    </p:spTree>
    <p:extLst>
      <p:ext uri="{BB962C8B-B14F-4D97-AF65-F5344CB8AC3E}">
        <p14:creationId xmlns:p14="http://schemas.microsoft.com/office/powerpoint/2010/main" val="40411253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amp; image left - Prosper Blu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4152-AB02-0BB3-737D-CD0DECC54C88}"/>
              </a:ext>
            </a:extLst>
          </p:cNvPr>
          <p:cNvSpPr>
            <a:spLocks noGrp="1"/>
          </p:cNvSpPr>
          <p:nvPr>
            <p:ph type="title"/>
          </p:nvPr>
        </p:nvSpPr>
        <p:spPr>
          <a:xfrm>
            <a:off x="8128000" y="2297114"/>
            <a:ext cx="3757959" cy="984885"/>
          </a:xfrm>
        </p:spPr>
        <p:txBody>
          <a:bodyPr wrap="square" anchor="b">
            <a:spAutoFit/>
          </a:bodyPr>
          <a:lstStyle>
            <a:lvl1pPr>
              <a:defRPr sz="3200"/>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E18F7144-D723-2B6D-5C4B-1777AD3BAB83}"/>
              </a:ext>
            </a:extLst>
          </p:cNvPr>
          <p:cNvSpPr>
            <a:spLocks noGrp="1"/>
          </p:cNvSpPr>
          <p:nvPr>
            <p:ph type="body" sz="half" idx="2"/>
          </p:nvPr>
        </p:nvSpPr>
        <p:spPr>
          <a:xfrm>
            <a:off x="8128000" y="3678571"/>
            <a:ext cx="3757959" cy="246221"/>
          </a:xfrm>
        </p:spPr>
        <p:txBody>
          <a:bodyPr wrap="square">
            <a:sp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4D588941-0330-ACFC-D5C6-A68282F6B474}"/>
              </a:ext>
            </a:extLst>
          </p:cNvPr>
          <p:cNvSpPr>
            <a:spLocks noGrp="1"/>
          </p:cNvSpPr>
          <p:nvPr>
            <p:ph type="dt" sz="half" idx="10"/>
          </p:nvPr>
        </p:nvSpPr>
        <p:spPr/>
        <p:txBody>
          <a:bodyPr/>
          <a:lstStyle/>
          <a:p>
            <a:fld id="{7290E8B9-987A-41ED-9598-294B0E9BE0F4}" type="datetime3">
              <a:rPr lang="en-US" smtClean="0"/>
              <a:t>9 August 2026</a:t>
            </a:fld>
            <a:endParaRPr lang="en-US"/>
          </a:p>
        </p:txBody>
      </p:sp>
      <p:sp>
        <p:nvSpPr>
          <p:cNvPr id="6" name="Footer Placeholder 5">
            <a:extLst>
              <a:ext uri="{FF2B5EF4-FFF2-40B4-BE49-F238E27FC236}">
                <a16:creationId xmlns:a16="http://schemas.microsoft.com/office/drawing/2014/main" id="{E60FF45D-31BA-8977-74DE-46FD59426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7A573-0C07-EE9E-0B5C-BB9DDCE8D23E}"/>
              </a:ext>
            </a:extLst>
          </p:cNvPr>
          <p:cNvSpPr>
            <a:spLocks noGrp="1"/>
          </p:cNvSpPr>
          <p:nvPr>
            <p:ph type="sldNum" sz="quarter" idx="12"/>
          </p:nvPr>
        </p:nvSpPr>
        <p:spPr>
          <a:xfrm>
            <a:off x="11622088" y="6510368"/>
            <a:ext cx="261937" cy="138499"/>
          </a:xfrm>
        </p:spPr>
        <p:txBody>
          <a:bodyPr/>
          <a:lstStyle/>
          <a:p>
            <a:fld id="{E0551E10-3756-4739-ABBE-36B7B4A8E5E7}" type="slidenum">
              <a:rPr lang="en-US" smtClean="0"/>
              <a:t>‹#›</a:t>
            </a:fld>
            <a:endParaRPr lang="en-US"/>
          </a:p>
        </p:txBody>
      </p:sp>
      <p:pic>
        <p:nvPicPr>
          <p:cNvPr id="10" name="Graphic 9">
            <a:extLst>
              <a:ext uri="{FF2B5EF4-FFF2-40B4-BE49-F238E27FC236}">
                <a16:creationId xmlns:a16="http://schemas.microsoft.com/office/drawing/2014/main" id="{782F0DC7-5E7C-B285-4C51-DDD3D1271C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sp>
        <p:nvSpPr>
          <p:cNvPr id="11" name="Picture Placeholder 10">
            <a:extLst>
              <a:ext uri="{FF2B5EF4-FFF2-40B4-BE49-F238E27FC236}">
                <a16:creationId xmlns:a16="http://schemas.microsoft.com/office/drawing/2014/main" id="{5138D79F-F9F2-F724-672B-06631FA9296A}"/>
              </a:ext>
            </a:extLst>
          </p:cNvPr>
          <p:cNvSpPr>
            <a:spLocks noGrp="1"/>
          </p:cNvSpPr>
          <p:nvPr>
            <p:ph type="pic" sz="quarter" idx="13"/>
          </p:nvPr>
        </p:nvSpPr>
        <p:spPr>
          <a:xfrm>
            <a:off x="307975" y="338139"/>
            <a:ext cx="7123339" cy="5994400"/>
          </a:xfrm>
          <a:solidFill>
            <a:schemeClr val="bg1">
              <a:lumMod val="40000"/>
              <a:lumOff val="60000"/>
            </a:schemeClr>
          </a:solidFill>
        </p:spPr>
        <p:txBody>
          <a:bodyPr bIns="640080" anchor="ctr" anchorCtr="0">
            <a:noAutofit/>
          </a:bodyPr>
          <a:lstStyle>
            <a:lvl1pPr algn="ctr">
              <a:defRPr b="0"/>
            </a:lvl1pPr>
          </a:lstStyle>
          <a:p>
            <a:r>
              <a:rPr lang="en-GB"/>
              <a:t>Click icon to add picture</a:t>
            </a:r>
            <a:endParaRPr lang="en-US"/>
          </a:p>
        </p:txBody>
      </p:sp>
      <p:pic>
        <p:nvPicPr>
          <p:cNvPr id="3" name="Graphic 2">
            <a:extLst>
              <a:ext uri="{FF2B5EF4-FFF2-40B4-BE49-F238E27FC236}">
                <a16:creationId xmlns:a16="http://schemas.microsoft.com/office/drawing/2014/main" id="{7C0F24D9-CC7E-943A-AD82-F157730112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pic>
        <p:nvPicPr>
          <p:cNvPr id="12" name="Graphic 11">
            <a:extLst>
              <a:ext uri="{FF2B5EF4-FFF2-40B4-BE49-F238E27FC236}">
                <a16:creationId xmlns:a16="http://schemas.microsoft.com/office/drawing/2014/main" id="{60C76664-6161-6E53-1B4F-A500FCF96D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spTree>
    <p:extLst>
      <p:ext uri="{BB962C8B-B14F-4D97-AF65-F5344CB8AC3E}">
        <p14:creationId xmlns:p14="http://schemas.microsoft.com/office/powerpoint/2010/main" val="2579045219"/>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amp; image lef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4152-AB02-0BB3-737D-CD0DECC54C88}"/>
              </a:ext>
            </a:extLst>
          </p:cNvPr>
          <p:cNvSpPr>
            <a:spLocks noGrp="1"/>
          </p:cNvSpPr>
          <p:nvPr>
            <p:ph type="title"/>
          </p:nvPr>
        </p:nvSpPr>
        <p:spPr>
          <a:xfrm>
            <a:off x="8121650" y="2297114"/>
            <a:ext cx="3764309" cy="984885"/>
          </a:xfrm>
        </p:spPr>
        <p:txBody>
          <a:bodyPr wrap="square" anchor="b">
            <a:spAutoFit/>
          </a:bodyPr>
          <a:lstStyle>
            <a:lvl1pPr>
              <a:defRPr sz="3200"/>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E18F7144-D723-2B6D-5C4B-1777AD3BAB83}"/>
              </a:ext>
            </a:extLst>
          </p:cNvPr>
          <p:cNvSpPr>
            <a:spLocks noGrp="1"/>
          </p:cNvSpPr>
          <p:nvPr>
            <p:ph type="body" sz="half" idx="2"/>
          </p:nvPr>
        </p:nvSpPr>
        <p:spPr>
          <a:xfrm>
            <a:off x="8121650" y="3678571"/>
            <a:ext cx="3764309" cy="246221"/>
          </a:xfrm>
        </p:spPr>
        <p:txBody>
          <a:bodyPr wrap="square">
            <a:sp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4D588941-0330-ACFC-D5C6-A68282F6B474}"/>
              </a:ext>
            </a:extLst>
          </p:cNvPr>
          <p:cNvSpPr>
            <a:spLocks noGrp="1"/>
          </p:cNvSpPr>
          <p:nvPr>
            <p:ph type="dt" sz="half" idx="10"/>
          </p:nvPr>
        </p:nvSpPr>
        <p:spPr/>
        <p:txBody>
          <a:bodyPr/>
          <a:lstStyle/>
          <a:p>
            <a:fld id="{CE1942C8-532E-4EE6-BC4F-FEB60A1B5C1A}" type="datetime3">
              <a:rPr lang="en-US" smtClean="0"/>
              <a:t>9 August 2026</a:t>
            </a:fld>
            <a:endParaRPr lang="en-US"/>
          </a:p>
        </p:txBody>
      </p:sp>
      <p:sp>
        <p:nvSpPr>
          <p:cNvPr id="6" name="Footer Placeholder 5">
            <a:extLst>
              <a:ext uri="{FF2B5EF4-FFF2-40B4-BE49-F238E27FC236}">
                <a16:creationId xmlns:a16="http://schemas.microsoft.com/office/drawing/2014/main" id="{E60FF45D-31BA-8977-74DE-46FD59426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7A573-0C07-EE9E-0B5C-BB9DDCE8D23E}"/>
              </a:ext>
            </a:extLst>
          </p:cNvPr>
          <p:cNvSpPr>
            <a:spLocks noGrp="1"/>
          </p:cNvSpPr>
          <p:nvPr>
            <p:ph type="sldNum" sz="quarter" idx="12"/>
          </p:nvPr>
        </p:nvSpPr>
        <p:spPr>
          <a:xfrm>
            <a:off x="11622088" y="6510368"/>
            <a:ext cx="261937" cy="138499"/>
          </a:xfrm>
        </p:spPr>
        <p:txBody>
          <a:bodyPr/>
          <a:lstStyle/>
          <a:p>
            <a:fld id="{E0551E10-3756-4739-ABBE-36B7B4A8E5E7}" type="slidenum">
              <a:rPr lang="en-US" smtClean="0"/>
              <a:t>‹#›</a:t>
            </a:fld>
            <a:endParaRPr lang="en-US"/>
          </a:p>
        </p:txBody>
      </p:sp>
      <p:pic>
        <p:nvPicPr>
          <p:cNvPr id="10" name="Graphic 9">
            <a:extLst>
              <a:ext uri="{FF2B5EF4-FFF2-40B4-BE49-F238E27FC236}">
                <a16:creationId xmlns:a16="http://schemas.microsoft.com/office/drawing/2014/main" id="{782F0DC7-5E7C-B285-4C51-DDD3D1271C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0469" y="6420079"/>
            <a:ext cx="204209" cy="319077"/>
          </a:xfrm>
          <a:prstGeom prst="rect">
            <a:avLst/>
          </a:prstGeom>
        </p:spPr>
      </p:pic>
      <p:sp>
        <p:nvSpPr>
          <p:cNvPr id="11" name="Picture Placeholder 10">
            <a:extLst>
              <a:ext uri="{FF2B5EF4-FFF2-40B4-BE49-F238E27FC236}">
                <a16:creationId xmlns:a16="http://schemas.microsoft.com/office/drawing/2014/main" id="{5138D79F-F9F2-F724-672B-06631FA9296A}"/>
              </a:ext>
            </a:extLst>
          </p:cNvPr>
          <p:cNvSpPr>
            <a:spLocks noGrp="1"/>
          </p:cNvSpPr>
          <p:nvPr>
            <p:ph type="pic" sz="quarter" idx="13"/>
          </p:nvPr>
        </p:nvSpPr>
        <p:spPr>
          <a:xfrm>
            <a:off x="307975" y="338139"/>
            <a:ext cx="7123339" cy="5994400"/>
          </a:xfrm>
          <a:solidFill>
            <a:schemeClr val="bg1">
              <a:lumMod val="85000"/>
            </a:schemeClr>
          </a:solidFill>
        </p:spPr>
        <p:txBody>
          <a:bodyPr bIns="640080" anchor="ctr" anchorCtr="0">
            <a:noAutofit/>
          </a:bodyPr>
          <a:lstStyle>
            <a:lvl1pPr algn="ctr">
              <a:defRPr b="0"/>
            </a:lvl1pPr>
          </a:lstStyle>
          <a:p>
            <a:r>
              <a:rPr lang="en-GB"/>
              <a:t>Click icon to add picture</a:t>
            </a:r>
            <a:endParaRPr lang="en-US"/>
          </a:p>
        </p:txBody>
      </p:sp>
    </p:spTree>
    <p:extLst>
      <p:ext uri="{BB962C8B-B14F-4D97-AF65-F5344CB8AC3E}">
        <p14:creationId xmlns:p14="http://schemas.microsoft.com/office/powerpoint/2010/main" val="28617562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ank you - Prosper Blue">
    <p:bg>
      <p:bgRef idx="1001">
        <a:schemeClr val="bg2"/>
      </p:bgRef>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F4EBEDED-32AF-105A-3DF9-B6BCAE382970}"/>
              </a:ext>
            </a:extLst>
          </p:cNvPr>
          <p:cNvSpPr>
            <a:spLocks noGrp="1"/>
          </p:cNvSpPr>
          <p:nvPr>
            <p:ph type="body" sz="quarter" idx="10" hasCustomPrompt="1"/>
          </p:nvPr>
        </p:nvSpPr>
        <p:spPr>
          <a:xfrm>
            <a:off x="3962400" y="4365625"/>
            <a:ext cx="4267200" cy="215444"/>
          </a:xfrm>
        </p:spPr>
        <p:txBody>
          <a:bodyPr/>
          <a:lstStyle>
            <a:lvl1pPr algn="ctr">
              <a:defRPr sz="1400"/>
            </a:lvl1pPr>
            <a:lvl2pPr algn="ctr">
              <a:defRPr/>
            </a:lvl2pPr>
            <a:lvl3pPr algn="ctr">
              <a:defRPr/>
            </a:lvl3pPr>
            <a:lvl4pPr algn="ctr">
              <a:defRPr/>
            </a:lvl4pPr>
            <a:lvl5pPr algn="ctr">
              <a:defRPr/>
            </a:lvl5pPr>
          </a:lstStyle>
          <a:p>
            <a:pPr lvl="0"/>
            <a:r>
              <a:rPr lang="en-GB"/>
              <a:t>Contact: name@sc.com</a:t>
            </a:r>
          </a:p>
        </p:txBody>
      </p:sp>
      <p:sp>
        <p:nvSpPr>
          <p:cNvPr id="12" name="Title 1">
            <a:extLst>
              <a:ext uri="{FF2B5EF4-FFF2-40B4-BE49-F238E27FC236}">
                <a16:creationId xmlns:a16="http://schemas.microsoft.com/office/drawing/2014/main" id="{8D43040F-CD5D-9F66-8B55-D11DF3DC3DDA}"/>
              </a:ext>
            </a:extLst>
          </p:cNvPr>
          <p:cNvSpPr>
            <a:spLocks noGrp="1"/>
          </p:cNvSpPr>
          <p:nvPr>
            <p:ph type="title" hasCustomPrompt="1"/>
          </p:nvPr>
        </p:nvSpPr>
        <p:spPr>
          <a:xfrm>
            <a:off x="190500" y="3230131"/>
            <a:ext cx="11809413" cy="397738"/>
          </a:xfrm>
        </p:spPr>
        <p:txBody>
          <a:bodyPr anchor="ctr"/>
          <a:lstStyle>
            <a:lvl1pPr algn="ctr">
              <a:defRPr sz="2800" b="0"/>
            </a:lvl1pPr>
          </a:lstStyle>
          <a:p>
            <a:r>
              <a:rPr lang="en-US"/>
              <a:t>Thank you</a:t>
            </a:r>
          </a:p>
        </p:txBody>
      </p:sp>
      <p:sp>
        <p:nvSpPr>
          <p:cNvPr id="2" name="Date Placeholder 4">
            <a:extLst>
              <a:ext uri="{FF2B5EF4-FFF2-40B4-BE49-F238E27FC236}">
                <a16:creationId xmlns:a16="http://schemas.microsoft.com/office/drawing/2014/main" id="{9E4D9D09-B1DA-D288-4C3E-0415FE73C0A0}"/>
              </a:ext>
            </a:extLst>
          </p:cNvPr>
          <p:cNvSpPr>
            <a:spLocks noGrp="1"/>
          </p:cNvSpPr>
          <p:nvPr>
            <p:ph type="dt" sz="half" idx="11"/>
          </p:nvPr>
        </p:nvSpPr>
        <p:spPr>
          <a:xfrm>
            <a:off x="944036" y="6510368"/>
            <a:ext cx="723900" cy="138499"/>
          </a:xfrm>
        </p:spPr>
        <p:txBody>
          <a:bodyPr/>
          <a:lstStyle/>
          <a:p>
            <a:fld id="{7290E8B9-987A-41ED-9598-294B0E9BE0F4}" type="datetime3">
              <a:rPr lang="en-US" smtClean="0"/>
              <a:t>9 August 2026</a:t>
            </a:fld>
            <a:endParaRPr lang="en-US"/>
          </a:p>
        </p:txBody>
      </p:sp>
      <p:sp>
        <p:nvSpPr>
          <p:cNvPr id="3" name="Footer Placeholder 5">
            <a:extLst>
              <a:ext uri="{FF2B5EF4-FFF2-40B4-BE49-F238E27FC236}">
                <a16:creationId xmlns:a16="http://schemas.microsoft.com/office/drawing/2014/main" id="{92F39366-CD75-5772-E8B6-BB58AFCEFF20}"/>
              </a:ext>
            </a:extLst>
          </p:cNvPr>
          <p:cNvSpPr>
            <a:spLocks noGrp="1"/>
          </p:cNvSpPr>
          <p:nvPr>
            <p:ph type="ftr" sz="quarter" idx="12"/>
          </p:nvPr>
        </p:nvSpPr>
        <p:spPr>
          <a:xfrm>
            <a:off x="4217200" y="6510368"/>
            <a:ext cx="3758400" cy="138499"/>
          </a:xfrm>
        </p:spPr>
        <p:txBody>
          <a:bodyPr/>
          <a:lstStyle/>
          <a:p>
            <a:endParaRPr lang="en-US"/>
          </a:p>
        </p:txBody>
      </p:sp>
      <p:sp>
        <p:nvSpPr>
          <p:cNvPr id="4" name="Slide Number Placeholder 5">
            <a:extLst>
              <a:ext uri="{FF2B5EF4-FFF2-40B4-BE49-F238E27FC236}">
                <a16:creationId xmlns:a16="http://schemas.microsoft.com/office/drawing/2014/main" id="{ED7ABF9F-F9A4-B185-26FD-B24B6505039A}"/>
              </a:ext>
            </a:extLst>
          </p:cNvPr>
          <p:cNvSpPr>
            <a:spLocks noGrp="1"/>
          </p:cNvSpPr>
          <p:nvPr>
            <p:ph type="sldNum" sz="quarter" idx="13"/>
          </p:nvPr>
        </p:nvSpPr>
        <p:spPr>
          <a:xfrm>
            <a:off x="11622088" y="6510368"/>
            <a:ext cx="261937" cy="138499"/>
          </a:xfrm>
        </p:spPr>
        <p:txBody>
          <a:bodyPr/>
          <a:lstStyle/>
          <a:p>
            <a:fld id="{E0551E10-3756-4739-ABBE-36B7B4A8E5E7}" type="slidenum">
              <a:rPr lang="en-US" smtClean="0"/>
              <a:t>‹#›</a:t>
            </a:fld>
            <a:endParaRPr lang="en-US"/>
          </a:p>
        </p:txBody>
      </p:sp>
    </p:spTree>
    <p:extLst>
      <p:ext uri="{BB962C8B-B14F-4D97-AF65-F5344CB8AC3E}">
        <p14:creationId xmlns:p14="http://schemas.microsoft.com/office/powerpoint/2010/main" val="2736491287"/>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 whit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BF107D-6818-08A6-60D8-ECD8ACDADB68}"/>
              </a:ext>
            </a:extLst>
          </p:cNvPr>
          <p:cNvSpPr>
            <a:spLocks noGrp="1"/>
          </p:cNvSpPr>
          <p:nvPr>
            <p:ph type="dt" sz="half" idx="10"/>
          </p:nvPr>
        </p:nvSpPr>
        <p:spPr/>
        <p:txBody>
          <a:bodyPr/>
          <a:lstStyle/>
          <a:p>
            <a:fld id="{E3086135-A19E-49FA-9A00-ED1E62D679E3}" type="datetime3">
              <a:rPr lang="en-US" smtClean="0"/>
              <a:t>9 August 2026</a:t>
            </a:fld>
            <a:endParaRPr lang="en-US"/>
          </a:p>
        </p:txBody>
      </p:sp>
      <p:sp>
        <p:nvSpPr>
          <p:cNvPr id="5" name="Footer Placeholder 4">
            <a:extLst>
              <a:ext uri="{FF2B5EF4-FFF2-40B4-BE49-F238E27FC236}">
                <a16:creationId xmlns:a16="http://schemas.microsoft.com/office/drawing/2014/main" id="{ADBF8AC9-0B46-42F3-4FF9-03BB97D9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D5A95-EBFA-C7DC-29CE-6F6CAF1951C2}"/>
              </a:ext>
            </a:extLst>
          </p:cNvPr>
          <p:cNvSpPr>
            <a:spLocks noGrp="1"/>
          </p:cNvSpPr>
          <p:nvPr>
            <p:ph type="sldNum" sz="quarter" idx="12"/>
          </p:nvPr>
        </p:nvSpPr>
        <p:spPr/>
        <p:txBody>
          <a:bodyPr/>
          <a:lstStyle/>
          <a:p>
            <a:fld id="{E0551E10-3756-4739-ABBE-36B7B4A8E5E7}" type="slidenum">
              <a:rPr lang="en-US" smtClean="0"/>
              <a:t>‹#›</a:t>
            </a:fld>
            <a:endParaRPr lang="en-US"/>
          </a:p>
        </p:txBody>
      </p:sp>
      <p:sp>
        <p:nvSpPr>
          <p:cNvPr id="7" name="Text Placeholder 9">
            <a:extLst>
              <a:ext uri="{FF2B5EF4-FFF2-40B4-BE49-F238E27FC236}">
                <a16:creationId xmlns:a16="http://schemas.microsoft.com/office/drawing/2014/main" id="{7196CAA5-5B4E-52F2-8489-4342F057B536}"/>
              </a:ext>
            </a:extLst>
          </p:cNvPr>
          <p:cNvSpPr>
            <a:spLocks noGrp="1"/>
          </p:cNvSpPr>
          <p:nvPr>
            <p:ph type="body" sz="quarter" idx="13" hasCustomPrompt="1"/>
          </p:nvPr>
        </p:nvSpPr>
        <p:spPr>
          <a:xfrm>
            <a:off x="3962400" y="4365625"/>
            <a:ext cx="4267200" cy="215444"/>
          </a:xfrm>
        </p:spPr>
        <p:txBody>
          <a:bodyPr/>
          <a:lstStyle>
            <a:lvl1pPr algn="ctr">
              <a:defRPr sz="1400">
                <a:solidFill>
                  <a:schemeClr val="tx1"/>
                </a:solidFill>
              </a:defRPr>
            </a:lvl1pPr>
            <a:lvl2pPr algn="ctr">
              <a:defRPr/>
            </a:lvl2pPr>
            <a:lvl3pPr algn="ctr">
              <a:defRPr/>
            </a:lvl3pPr>
            <a:lvl4pPr algn="ctr">
              <a:defRPr/>
            </a:lvl4pPr>
            <a:lvl5pPr algn="ctr">
              <a:defRPr/>
            </a:lvl5pPr>
          </a:lstStyle>
          <a:p>
            <a:pPr lvl="0"/>
            <a:r>
              <a:rPr lang="en-GB" dirty="0"/>
              <a:t>Contact: name@sc.com</a:t>
            </a:r>
          </a:p>
        </p:txBody>
      </p:sp>
      <p:sp>
        <p:nvSpPr>
          <p:cNvPr id="8" name="Title 1">
            <a:extLst>
              <a:ext uri="{FF2B5EF4-FFF2-40B4-BE49-F238E27FC236}">
                <a16:creationId xmlns:a16="http://schemas.microsoft.com/office/drawing/2014/main" id="{C0FF6E96-05E3-CBC7-C2FD-ABB562FC99A4}"/>
              </a:ext>
            </a:extLst>
          </p:cNvPr>
          <p:cNvSpPr>
            <a:spLocks noGrp="1"/>
          </p:cNvSpPr>
          <p:nvPr>
            <p:ph type="title" hasCustomPrompt="1"/>
          </p:nvPr>
        </p:nvSpPr>
        <p:spPr>
          <a:xfrm>
            <a:off x="190500" y="3213557"/>
            <a:ext cx="11809413" cy="430887"/>
          </a:xfrm>
        </p:spPr>
        <p:txBody>
          <a:bodyPr anchor="ctr"/>
          <a:lstStyle>
            <a:lvl1pPr algn="ctr">
              <a:defRPr sz="2800" b="0">
                <a:solidFill>
                  <a:schemeClr val="tx1"/>
                </a:solidFill>
              </a:defRPr>
            </a:lvl1pPr>
          </a:lstStyle>
          <a:p>
            <a:r>
              <a:rPr lang="en-US" dirty="0"/>
              <a:t>Thank you</a:t>
            </a:r>
          </a:p>
        </p:txBody>
      </p:sp>
    </p:spTree>
    <p:extLst>
      <p:ext uri="{BB962C8B-B14F-4D97-AF65-F5344CB8AC3E}">
        <p14:creationId xmlns:p14="http://schemas.microsoft.com/office/powerpoint/2010/main" val="19611897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 Type="http://schemas.openxmlformats.org/officeDocument/2006/relationships/slideLayout" Target="../slideLayouts/slideLayout7.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29" Type="http://schemas.openxmlformats.org/officeDocument/2006/relationships/slideLayout" Target="../slideLayouts/slideLayout33.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image" Target="../media/image4.png"/><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theme" Target="../theme/theme2.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DB7DD-34A7-AC4E-6E06-E909B000F7F3}"/>
              </a:ext>
            </a:extLst>
          </p:cNvPr>
          <p:cNvSpPr>
            <a:spLocks noGrp="1"/>
          </p:cNvSpPr>
          <p:nvPr>
            <p:ph type="title"/>
          </p:nvPr>
        </p:nvSpPr>
        <p:spPr>
          <a:xfrm>
            <a:off x="487527" y="2098792"/>
            <a:ext cx="6329197" cy="492443"/>
          </a:xfrm>
          <a:prstGeom prst="rect">
            <a:avLst/>
          </a:prstGeom>
        </p:spPr>
        <p:txBody>
          <a:bodyPr vert="horz" wrap="square" lIns="0" tIns="0" rIns="0" bIns="0" rtlCol="0" anchor="t">
            <a:sp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1DADDCA2-E834-0099-AC4D-BD7EDF5EFE3B}"/>
              </a:ext>
            </a:extLst>
          </p:cNvPr>
          <p:cNvSpPr>
            <a:spLocks noGrp="1"/>
          </p:cNvSpPr>
          <p:nvPr>
            <p:ph type="body" idx="1"/>
          </p:nvPr>
        </p:nvSpPr>
        <p:spPr>
          <a:xfrm>
            <a:off x="501649" y="4076700"/>
            <a:ext cx="6315075" cy="1384995"/>
          </a:xfrm>
          <a:prstGeom prst="rect">
            <a:avLst/>
          </a:prstGeom>
        </p:spPr>
        <p:txBody>
          <a:bodyPr vert="horz" wrap="square" lIns="0" tIns="0" rIns="0" bIns="0" rtlCol="0">
            <a:sp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E577F8F-69F2-444E-A468-BBC1528BFE19}"/>
              </a:ext>
            </a:extLst>
          </p:cNvPr>
          <p:cNvSpPr>
            <a:spLocks noGrp="1"/>
          </p:cNvSpPr>
          <p:nvPr>
            <p:ph type="dt" sz="half" idx="2"/>
          </p:nvPr>
        </p:nvSpPr>
        <p:spPr>
          <a:xfrm>
            <a:off x="501650" y="6074470"/>
            <a:ext cx="1080000" cy="138499"/>
          </a:xfrm>
          <a:prstGeom prst="rect">
            <a:avLst/>
          </a:prstGeom>
        </p:spPr>
        <p:txBody>
          <a:bodyPr vert="horz" wrap="square" lIns="0" tIns="0" rIns="0" bIns="0" rtlCol="0" anchor="ctr">
            <a:spAutoFit/>
          </a:bodyPr>
          <a:lstStyle>
            <a:lvl1pPr algn="l">
              <a:defRPr sz="900">
                <a:solidFill>
                  <a:schemeClr val="tx1"/>
                </a:solidFill>
              </a:defRPr>
            </a:lvl1pPr>
          </a:lstStyle>
          <a:p>
            <a:fld id="{5ABEB24C-7C12-4180-A3E6-D6C15E01E8E6}" type="datetime3">
              <a:rPr lang="en-US" smtClean="0"/>
              <a:pPr/>
              <a:t>9 August 2026</a:t>
            </a:fld>
            <a:endParaRPr lang="en-US" dirty="0"/>
          </a:p>
        </p:txBody>
      </p:sp>
      <p:sp>
        <p:nvSpPr>
          <p:cNvPr id="6" name="TextBox 5">
            <a:extLst>
              <a:ext uri="{FF2B5EF4-FFF2-40B4-BE49-F238E27FC236}">
                <a16:creationId xmlns:a16="http://schemas.microsoft.com/office/drawing/2014/main" id="{8EB6CA83-94A5-3752-2DF7-5C6613347919}"/>
              </a:ext>
            </a:extLst>
          </p:cNvPr>
          <p:cNvSpPr txBox="1"/>
          <p:nvPr userDrawn="1">
            <p:extLst>
              <p:ext uri="{1162E1C5-73C7-4A58-AE30-91384D911F3F}">
                <p184:classification xmlns:p184="http://schemas.microsoft.com/office/powerpoint/2018/4/main" val="hdr"/>
              </p:ext>
            </p:extLst>
          </p:nvPr>
        </p:nvSpPr>
        <p:spPr>
          <a:xfrm>
            <a:off x="63500" y="63500"/>
            <a:ext cx="596900" cy="137160"/>
          </a:xfrm>
          <a:prstGeom prst="rect">
            <a:avLst/>
          </a:prstGeom>
        </p:spPr>
        <p:txBody>
          <a:bodyPr horzOverflow="overflow" lIns="0" tIns="0" rIns="0" bIns="0">
            <a:spAutoFit/>
          </a:bodyPr>
          <a:lstStyle/>
          <a:p>
            <a:pPr algn="l"/>
            <a:r>
              <a:rPr lang="en-GB" sz="900">
                <a:solidFill>
                  <a:srgbClr val="0078D7"/>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23988767"/>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hdr="0"/>
  <p:txStyles>
    <p:titleStyle>
      <a:lvl1pPr algn="l" defTabSz="914400"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400" b="0" i="0" kern="1200">
          <a:solidFill>
            <a:schemeClr val="tx1"/>
          </a:solidFill>
          <a:latin typeface="+mn-lt"/>
          <a:ea typeface="+mn-ea"/>
          <a:cs typeface="+mn-cs"/>
        </a:defRPr>
      </a:lvl1pPr>
      <a:lvl2pPr marL="1828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365760" indent="-182880" algn="l" defTabSz="914400" rtl="0" eaLnBrk="1" latinLnBrk="0" hangingPunct="1">
        <a:lnSpc>
          <a:spcPct val="100000"/>
        </a:lnSpc>
        <a:spcBef>
          <a:spcPts val="0"/>
        </a:spcBef>
        <a:spcAft>
          <a:spcPts val="600"/>
        </a:spcAft>
        <a:buFont typeface="SC Prosper Sans" pitchFamily="2" charset="0"/>
        <a:buChar char="–"/>
        <a:defRPr sz="1400" kern="1200">
          <a:solidFill>
            <a:schemeClr val="tx1"/>
          </a:solidFill>
          <a:latin typeface="+mn-lt"/>
          <a:ea typeface="+mn-ea"/>
          <a:cs typeface="+mn-cs"/>
        </a:defRPr>
      </a:lvl3pPr>
      <a:lvl4pPr marL="548640" indent="-182880" algn="l" defTabSz="914400" rtl="0" eaLnBrk="1" latinLnBrk="0" hangingPunct="1">
        <a:lnSpc>
          <a:spcPct val="100000"/>
        </a:lnSpc>
        <a:spcBef>
          <a:spcPts val="0"/>
        </a:spcBef>
        <a:spcAft>
          <a:spcPts val="600"/>
        </a:spcAft>
        <a:buFont typeface="SC Prosper Sans" pitchFamily="2" charset="0"/>
        <a:buChar char="–"/>
        <a:defRPr sz="1400" kern="1200">
          <a:solidFill>
            <a:schemeClr val="tx1"/>
          </a:solidFill>
          <a:latin typeface="+mn-lt"/>
          <a:ea typeface="+mn-ea"/>
          <a:cs typeface="+mn-cs"/>
        </a:defRPr>
      </a:lvl4pPr>
      <a:lvl5pPr marL="731520" indent="-182880" algn="l" defTabSz="914400" rtl="0" eaLnBrk="1" latinLnBrk="0" hangingPunct="1">
        <a:lnSpc>
          <a:spcPct val="100000"/>
        </a:lnSpc>
        <a:spcBef>
          <a:spcPts val="0"/>
        </a:spcBef>
        <a:spcAft>
          <a:spcPts val="600"/>
        </a:spcAft>
        <a:buFont typeface="SC Prosper Sans" pitchFamily="2"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20" userDrawn="1">
          <p15:clr>
            <a:srgbClr val="F26B43"/>
          </p15:clr>
        </p15:guide>
        <p15:guide id="32" pos="7559" userDrawn="1">
          <p15:clr>
            <a:srgbClr val="F26B43"/>
          </p15:clr>
        </p15:guide>
        <p15:guide id="33" orient="horz" pos="120" userDrawn="1">
          <p15:clr>
            <a:srgbClr val="F26B43"/>
          </p15:clr>
        </p15:guide>
        <p15:guide id="34" orient="horz" pos="4199" userDrawn="1">
          <p15:clr>
            <a:srgbClr val="F26B43"/>
          </p15:clr>
        </p15:guide>
        <p15:guide id="35" orient="horz" pos="1358" userDrawn="1">
          <p15:clr>
            <a:srgbClr val="F26B43"/>
          </p15:clr>
        </p15:guide>
        <p15:guide id="36" orient="horz" pos="3816" userDrawn="1">
          <p15:clr>
            <a:srgbClr val="F26B43"/>
          </p15:clr>
        </p15:guide>
        <p15:guide id="37" pos="4294" userDrawn="1">
          <p15:clr>
            <a:srgbClr val="F26B43"/>
          </p15:clr>
        </p15:guide>
        <p15:guide id="38" pos="2706" userDrawn="1">
          <p15:clr>
            <a:srgbClr val="F26B43"/>
          </p15:clr>
        </p15:guide>
        <p15:guide id="39" pos="316" userDrawn="1">
          <p15:clr>
            <a:srgbClr val="F26B43"/>
          </p15:clr>
        </p15:guide>
        <p15:guide id="40" orient="horz" pos="315" userDrawn="1">
          <p15:clr>
            <a:srgbClr val="F26B43"/>
          </p15:clr>
        </p15:guide>
        <p15:guide id="41" orient="horz" pos="2568" userDrawn="1">
          <p15:clr>
            <a:srgbClr val="F26B43"/>
          </p15:clr>
        </p15:guide>
        <p15:guide id="42" orient="horz" pos="22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DB7DD-34A7-AC4E-6E06-E909B000F7F3}"/>
              </a:ext>
            </a:extLst>
          </p:cNvPr>
          <p:cNvSpPr>
            <a:spLocks noGrp="1"/>
          </p:cNvSpPr>
          <p:nvPr>
            <p:ph type="title"/>
          </p:nvPr>
        </p:nvSpPr>
        <p:spPr>
          <a:xfrm>
            <a:off x="307975" y="341526"/>
            <a:ext cx="11576050" cy="430887"/>
          </a:xfrm>
          <a:prstGeom prst="rect">
            <a:avLst/>
          </a:prstGeom>
        </p:spPr>
        <p:txBody>
          <a:bodyPr vert="horz" wrap="square" lIns="0" tIns="0" rIns="0" bIns="0" rtlCol="0" anchor="t">
            <a:sp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1DADDCA2-E834-0099-AC4D-BD7EDF5EFE3B}"/>
              </a:ext>
            </a:extLst>
          </p:cNvPr>
          <p:cNvSpPr>
            <a:spLocks noGrp="1"/>
          </p:cNvSpPr>
          <p:nvPr>
            <p:ph type="body" idx="1"/>
          </p:nvPr>
        </p:nvSpPr>
        <p:spPr>
          <a:xfrm>
            <a:off x="307975" y="1067792"/>
            <a:ext cx="11576050" cy="1538883"/>
          </a:xfrm>
          <a:prstGeom prst="rect">
            <a:avLst/>
          </a:prstGeom>
        </p:spPr>
        <p:txBody>
          <a:bodyPr vert="horz" wrap="square" lIns="0" tIns="0" rIns="0" bIns="0" rtlCol="0">
            <a:sp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E577F8F-69F2-444E-A468-BBC1528BFE19}"/>
              </a:ext>
            </a:extLst>
          </p:cNvPr>
          <p:cNvSpPr>
            <a:spLocks noGrp="1"/>
          </p:cNvSpPr>
          <p:nvPr>
            <p:ph type="dt" sz="half" idx="2"/>
          </p:nvPr>
        </p:nvSpPr>
        <p:spPr>
          <a:xfrm>
            <a:off x="944036" y="6510368"/>
            <a:ext cx="1080000" cy="138499"/>
          </a:xfrm>
          <a:prstGeom prst="rect">
            <a:avLst/>
          </a:prstGeom>
        </p:spPr>
        <p:txBody>
          <a:bodyPr vert="horz" wrap="square" lIns="0" tIns="0" rIns="0" bIns="0" rtlCol="0" anchor="ctr">
            <a:spAutoFit/>
          </a:bodyPr>
          <a:lstStyle>
            <a:lvl1pPr algn="l">
              <a:defRPr sz="900">
                <a:solidFill>
                  <a:schemeClr val="tx1"/>
                </a:solidFill>
              </a:defRPr>
            </a:lvl1pPr>
          </a:lstStyle>
          <a:p>
            <a:fld id="{5ABEB24C-7C12-4180-A3E6-D6C15E01E8E6}" type="datetime3">
              <a:rPr lang="en-US" smtClean="0"/>
              <a:pPr/>
              <a:t>9 August 2026</a:t>
            </a:fld>
            <a:endParaRPr lang="en-US" dirty="0"/>
          </a:p>
        </p:txBody>
      </p:sp>
      <p:sp>
        <p:nvSpPr>
          <p:cNvPr id="5" name="Footer Placeholder 4">
            <a:extLst>
              <a:ext uri="{FF2B5EF4-FFF2-40B4-BE49-F238E27FC236}">
                <a16:creationId xmlns:a16="http://schemas.microsoft.com/office/drawing/2014/main" id="{159A3632-EFF5-8576-B190-7FC8D987A264}"/>
              </a:ext>
            </a:extLst>
          </p:cNvPr>
          <p:cNvSpPr>
            <a:spLocks noGrp="1"/>
          </p:cNvSpPr>
          <p:nvPr>
            <p:ph type="ftr" sz="quarter" idx="3"/>
          </p:nvPr>
        </p:nvSpPr>
        <p:spPr>
          <a:xfrm>
            <a:off x="4217200" y="6510368"/>
            <a:ext cx="3758400" cy="138499"/>
          </a:xfrm>
          <a:prstGeom prst="rect">
            <a:avLst/>
          </a:prstGeom>
        </p:spPr>
        <p:txBody>
          <a:bodyPr vert="horz" wrap="square" lIns="0" tIns="0" rIns="0" bIns="0" rtlCol="0" anchor="ctr">
            <a:spAutoFit/>
          </a:bodyPr>
          <a:lstStyle>
            <a:lvl1pPr algn="ct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7AE8A53-89D8-EEBD-A8BE-F6A40FF38F49}"/>
              </a:ext>
            </a:extLst>
          </p:cNvPr>
          <p:cNvSpPr>
            <a:spLocks noGrp="1"/>
          </p:cNvSpPr>
          <p:nvPr>
            <p:ph type="sldNum" sz="quarter" idx="4"/>
          </p:nvPr>
        </p:nvSpPr>
        <p:spPr>
          <a:xfrm>
            <a:off x="11622088" y="6510368"/>
            <a:ext cx="261937" cy="138499"/>
          </a:xfrm>
          <a:prstGeom prst="rect">
            <a:avLst/>
          </a:prstGeom>
        </p:spPr>
        <p:txBody>
          <a:bodyPr vert="horz" wrap="square" lIns="0" tIns="0" rIns="0" bIns="0" rtlCol="0" anchor="ctr">
            <a:spAutoFit/>
          </a:bodyPr>
          <a:lstStyle>
            <a:lvl1pPr algn="r">
              <a:defRPr sz="900">
                <a:solidFill>
                  <a:schemeClr val="tx1"/>
                </a:solidFill>
              </a:defRPr>
            </a:lvl1pPr>
          </a:lstStyle>
          <a:p>
            <a:fld id="{E0551E10-3756-4739-ABBE-36B7B4A8E5E7}" type="slidenum">
              <a:rPr lang="en-US" smtClean="0"/>
              <a:pPr/>
              <a:t>‹#›</a:t>
            </a:fld>
            <a:endParaRPr lang="en-US"/>
          </a:p>
        </p:txBody>
      </p:sp>
      <p:cxnSp>
        <p:nvCxnSpPr>
          <p:cNvPr id="15" name="Straight Connector 14">
            <a:extLst>
              <a:ext uri="{FF2B5EF4-FFF2-40B4-BE49-F238E27FC236}">
                <a16:creationId xmlns:a16="http://schemas.microsoft.com/office/drawing/2014/main" id="{2CA45764-A017-FE77-E659-6E5790893145}"/>
              </a:ext>
            </a:extLst>
          </p:cNvPr>
          <p:cNvCxnSpPr>
            <a:cxnSpLocks/>
          </p:cNvCxnSpPr>
          <p:nvPr/>
        </p:nvCxnSpPr>
        <p:spPr>
          <a:xfrm>
            <a:off x="307975" y="6332602"/>
            <a:ext cx="11576050" cy="0"/>
          </a:xfrm>
          <a:prstGeom prst="line">
            <a:avLst/>
          </a:prstGeom>
          <a:ln w="3175">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7E1D5A5F-6843-B11C-3EDD-B169CC882FB0}"/>
              </a:ext>
            </a:extLst>
          </p:cNvPr>
          <p:cNvPicPr>
            <a:picLocks noChangeAspect="1"/>
          </p:cNvPicPr>
          <p:nvPr/>
        </p:nvPicPr>
        <p:blipFill>
          <a:blip r:embed="rId36">
            <a:alphaModFix/>
            <a:extLst>
              <a:ext uri="{28A0092B-C50C-407E-A947-70E740481C1C}">
                <a14:useLocalDpi xmlns:a14="http://schemas.microsoft.com/office/drawing/2010/main" val="0"/>
              </a:ext>
            </a:extLst>
          </a:blip>
          <a:stretch>
            <a:fillRect/>
          </a:stretch>
        </p:blipFill>
        <p:spPr>
          <a:xfrm>
            <a:off x="196852" y="6313496"/>
            <a:ext cx="422790" cy="540000"/>
          </a:xfrm>
          <a:prstGeom prst="rect">
            <a:avLst/>
          </a:prstGeom>
        </p:spPr>
      </p:pic>
      <p:sp>
        <p:nvSpPr>
          <p:cNvPr id="9" name="TextBox 8">
            <a:extLst>
              <a:ext uri="{FF2B5EF4-FFF2-40B4-BE49-F238E27FC236}">
                <a16:creationId xmlns:a16="http://schemas.microsoft.com/office/drawing/2014/main" id="{60D300B8-460C-8C69-85FA-BBAA18C1A9A5}"/>
              </a:ext>
            </a:extLst>
          </p:cNvPr>
          <p:cNvSpPr txBox="1"/>
          <p:nvPr userDrawn="1">
            <p:extLst>
              <p:ext uri="{1162E1C5-73C7-4A58-AE30-91384D911F3F}">
                <p184:classification xmlns:p184="http://schemas.microsoft.com/office/powerpoint/2018/4/main" val="hdr"/>
              </p:ext>
            </p:extLst>
          </p:nvPr>
        </p:nvSpPr>
        <p:spPr>
          <a:xfrm>
            <a:off x="63500" y="63500"/>
            <a:ext cx="596900" cy="137160"/>
          </a:xfrm>
          <a:prstGeom prst="rect">
            <a:avLst/>
          </a:prstGeom>
        </p:spPr>
        <p:txBody>
          <a:bodyPr horzOverflow="overflow" lIns="0" tIns="0" rIns="0" bIns="0">
            <a:spAutoFit/>
          </a:bodyPr>
          <a:lstStyle/>
          <a:p>
            <a:pPr algn="l"/>
            <a:r>
              <a:rPr lang="en-GB" sz="900">
                <a:solidFill>
                  <a:srgbClr val="0078D7"/>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2528313199"/>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784" r:id="rId3"/>
    <p:sldLayoutId id="2147483785" r:id="rId4"/>
    <p:sldLayoutId id="2147483786" r:id="rId5"/>
    <p:sldLayoutId id="2147483787" r:id="rId6"/>
    <p:sldLayoutId id="2147483788" r:id="rId7"/>
    <p:sldLayoutId id="2147483820"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4" r:id="rId22"/>
    <p:sldLayoutId id="2147483805" r:id="rId23"/>
    <p:sldLayoutId id="2147483806" r:id="rId24"/>
    <p:sldLayoutId id="2147483807" r:id="rId25"/>
    <p:sldLayoutId id="2147483808" r:id="rId26"/>
    <p:sldLayoutId id="2147483809" r:id="rId27"/>
    <p:sldLayoutId id="2147483810" r:id="rId28"/>
    <p:sldLayoutId id="2147483812" r:id="rId29"/>
    <p:sldLayoutId id="2147483811" r:id="rId30"/>
    <p:sldLayoutId id="2147483814" r:id="rId31"/>
    <p:sldLayoutId id="2147483813" r:id="rId32"/>
    <p:sldLayoutId id="2147483815" r:id="rId33"/>
    <p:sldLayoutId id="2147483817" r:id="rId34"/>
  </p:sldLayoutIdLst>
  <p:hf hdr="0"/>
  <p:txStyles>
    <p:titleStyle>
      <a:lvl1pPr algn="l" defTabSz="914400" rtl="0" eaLnBrk="1" latinLnBrk="0" hangingPunct="1">
        <a:lnSpc>
          <a:spcPct val="100000"/>
        </a:lnSpc>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600" b="0" i="0" kern="1200">
          <a:solidFill>
            <a:schemeClr val="tx1"/>
          </a:solidFill>
          <a:latin typeface="+mn-lt"/>
          <a:ea typeface="+mn-ea"/>
          <a:cs typeface="+mn-cs"/>
        </a:defRPr>
      </a:lvl1pPr>
      <a:lvl2pPr marL="18288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65760" indent="-182880" algn="l" defTabSz="914400" rtl="0" eaLnBrk="1" latinLnBrk="0" hangingPunct="1">
        <a:lnSpc>
          <a:spcPct val="100000"/>
        </a:lnSpc>
        <a:spcBef>
          <a:spcPts val="0"/>
        </a:spcBef>
        <a:spcAft>
          <a:spcPts val="600"/>
        </a:spcAft>
        <a:buFont typeface="SC Prosper Sans" pitchFamily="2" charset="0"/>
        <a:buChar char="–"/>
        <a:defRPr sz="1600" kern="1200">
          <a:solidFill>
            <a:schemeClr val="tx1"/>
          </a:solidFill>
          <a:latin typeface="+mn-lt"/>
          <a:ea typeface="+mn-ea"/>
          <a:cs typeface="+mn-cs"/>
        </a:defRPr>
      </a:lvl3pPr>
      <a:lvl4pPr marL="548640" indent="-182880" algn="l" defTabSz="914400" rtl="0" eaLnBrk="1" latinLnBrk="0" hangingPunct="1">
        <a:lnSpc>
          <a:spcPct val="100000"/>
        </a:lnSpc>
        <a:spcBef>
          <a:spcPts val="0"/>
        </a:spcBef>
        <a:spcAft>
          <a:spcPts val="600"/>
        </a:spcAft>
        <a:buFont typeface="SC Prosper Sans" pitchFamily="2" charset="0"/>
        <a:buChar char="–"/>
        <a:defRPr sz="1600" kern="1200">
          <a:solidFill>
            <a:schemeClr val="tx1"/>
          </a:solidFill>
          <a:latin typeface="+mn-lt"/>
          <a:ea typeface="+mn-ea"/>
          <a:cs typeface="+mn-cs"/>
        </a:defRPr>
      </a:lvl4pPr>
      <a:lvl5pPr marL="731520" indent="-182880" algn="l" defTabSz="914400" rtl="0" eaLnBrk="1" latinLnBrk="0" hangingPunct="1">
        <a:lnSpc>
          <a:spcPct val="100000"/>
        </a:lnSpc>
        <a:spcBef>
          <a:spcPts val="0"/>
        </a:spcBef>
        <a:spcAft>
          <a:spcPts val="600"/>
        </a:spcAft>
        <a:buFont typeface="SC Prosper Sans" pitchFamily="2"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5" userDrawn="1">
          <p15:clr>
            <a:srgbClr val="F26B43"/>
          </p15:clr>
        </p15:guide>
        <p15:guide id="46" pos="7680" userDrawn="1">
          <p15:clr>
            <a:srgbClr val="F26B43"/>
          </p15:clr>
        </p15:guide>
        <p15:guide id="47" pos="192" userDrawn="1">
          <p15:clr>
            <a:srgbClr val="F26B43"/>
          </p15:clr>
        </p15:guide>
        <p15:guide id="48" pos="1328" userDrawn="1">
          <p15:clr>
            <a:srgbClr val="F26B43"/>
          </p15:clr>
        </p15:guide>
        <p15:guide id="49" pos="1424" userDrawn="1">
          <p15:clr>
            <a:srgbClr val="F26B43"/>
          </p15:clr>
        </p15:guide>
        <p15:guide id="50" pos="2560" userDrawn="1">
          <p15:clr>
            <a:srgbClr val="F26B43"/>
          </p15:clr>
        </p15:guide>
        <p15:guide id="51" pos="2656" userDrawn="1">
          <p15:clr>
            <a:srgbClr val="F26B43"/>
          </p15:clr>
        </p15:guide>
        <p15:guide id="52" pos="3792" userDrawn="1">
          <p15:clr>
            <a:srgbClr val="F26B43"/>
          </p15:clr>
        </p15:guide>
        <p15:guide id="53" pos="3888" userDrawn="1">
          <p15:clr>
            <a:srgbClr val="F26B43"/>
          </p15:clr>
        </p15:guide>
        <p15:guide id="54" pos="5024" userDrawn="1">
          <p15:clr>
            <a:srgbClr val="F26B43"/>
          </p15:clr>
        </p15:guide>
        <p15:guide id="55" pos="5120" userDrawn="1">
          <p15:clr>
            <a:srgbClr val="F26B43"/>
          </p15:clr>
        </p15:guide>
        <p15:guide id="56" pos="6256" userDrawn="1">
          <p15:clr>
            <a:srgbClr val="F26B43"/>
          </p15:clr>
        </p15:guide>
        <p15:guide id="57" pos="6352" userDrawn="1">
          <p15:clr>
            <a:srgbClr val="F26B43"/>
          </p15:clr>
        </p15:guide>
        <p15:guide id="58" pos="7488" userDrawn="1">
          <p15:clr>
            <a:srgbClr val="F26B43"/>
          </p15:clr>
        </p15:guide>
        <p15:guide id="59" orient="horz" pos="216" userDrawn="1">
          <p15:clr>
            <a:srgbClr val="F26B43"/>
          </p15:clr>
        </p15:guide>
        <p15:guide id="60" orient="horz" pos="3992" userDrawn="1">
          <p15:clr>
            <a:srgbClr val="F26B43"/>
          </p15:clr>
        </p15:guide>
        <p15:guide id="62" orient="horz" pos="664" userDrawn="1">
          <p15:clr>
            <a:srgbClr val="F26B43"/>
          </p15:clr>
        </p15:guide>
        <p15:guide id="63" orient="horz" pos="576" userDrawn="1">
          <p15:clr>
            <a:srgbClr val="F26B43"/>
          </p15:clr>
        </p15:guide>
        <p15:guide id="64" orient="horz" pos="3904" userDrawn="1">
          <p15:clr>
            <a:srgbClr val="F26B43"/>
          </p15:clr>
        </p15:guide>
        <p15:guide id="65" orient="horz" pos="2240" userDrawn="1">
          <p15:clr>
            <a:srgbClr val="F26B43"/>
          </p15:clr>
        </p15:guide>
        <p15:guide id="66" orient="horz" pos="23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t>Commodities Vol &amp; Relative-Value Dashboard</a:t>
            </a:r>
          </a:p>
        </p:txBody>
      </p:sp>
      <p:sp>
        <p:nvSpPr>
          <p:cNvPr id="4" name="Subtitle 3"/>
          <p:cNvSpPr>
            <a:spLocks noGrp="1"/>
          </p:cNvSpPr>
          <p:nvPr>
            <p:ph type="subTitle" idx="1"/>
          </p:nvPr>
        </p:nvSpPr>
        <p:spPr/>
        <p:txBody>
          <a:bodyPr/>
          <a:lstStyle/>
          <a:p>
            <a:r>
              <a:rPr dirty="0"/>
              <a:t>Hassan Kanji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 built</a:t>
            </a:r>
          </a:p>
        </p:txBody>
      </p:sp>
      <p:sp>
        <p:nvSpPr>
          <p:cNvPr id="3" name="Text Placeholder 2"/>
          <p:cNvSpPr>
            <a:spLocks noGrp="1"/>
          </p:cNvSpPr>
          <p:nvPr>
            <p:ph type="body" sz="half" idx="2"/>
          </p:nvPr>
        </p:nvSpPr>
        <p:spPr/>
        <p:txBody>
          <a:bodyPr wrap="square"/>
          <a:lstStyle/>
          <a:p>
            <a:r>
              <a:rPr b="0"/>
              <a:t>A daily monitor over 29 commodity and macro instruments. It looks for places where volatility or a relationship has moved outside its normal range, and writes each one up as a trade: what to do, what triggered it, and what has to happen for it to pay.</a:t>
            </a:r>
          </a:p>
        </p:txBody>
      </p:sp>
      <p:sp>
        <p:nvSpPr>
          <p:cNvPr id="4" name="Picture Placeholder 3"/>
          <p:cNvSpPr>
            <a:spLocks noGrp="1"/>
          </p:cNvSpPr>
          <p:nvPr>
            <p:ph type="pic" sz="quarter" idx="13"/>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Every engine asks the same question</a:t>
            </a:r>
          </a:p>
        </p:txBody>
      </p:sp>
      <p:sp>
        <p:nvSpPr>
          <p:cNvPr id="3" name="Content Placeholder 2"/>
          <p:cNvSpPr>
            <a:spLocks noGrp="1"/>
          </p:cNvSpPr>
          <p:nvPr>
            <p:ph idx="1"/>
          </p:nvPr>
        </p:nvSpPr>
        <p:spPr/>
        <p:txBody>
          <a:bodyPr wrap="square"/>
          <a:lstStyle/>
          <a:p>
            <a:r>
              <a:rPr sz="1600" b="1"/>
              <a:t>Is this number unusual for this asset, by its own history?</a:t>
            </a:r>
          </a:p>
          <a:p>
            <a:r>
              <a:rPr sz="1600" b="0"/>
              <a:t>Each quantity gets ranked against its own past year. Top or bottom 10% counts as stretched.</a:t>
            </a:r>
          </a:p>
          <a:p>
            <a:r>
              <a:rPr sz="1600" b="1"/>
              <a:t>Example: WTI implied vol at the 8th percentile</a:t>
            </a:r>
          </a:p>
          <a:p>
            <a:r>
              <a:rPr sz="1600" b="0"/>
              <a:t>Options on WTI are pricing less risk than this market has priced on 92% of the past year's days. That says nothing about where oil is going. It says volatility looks cheap against how this market usually prices it, so the trade is to buy volatility.</a:t>
            </a:r>
          </a:p>
          <a:p>
            <a:r>
              <a:rPr sz="1600" b="1"/>
              <a:t>The bet is mean reversion</a:t>
            </a:r>
          </a:p>
          <a:p>
            <a:r>
              <a:rPr sz="1600" b="0"/>
              <a:t>Stretched things snap back more often than they stretch further. Every engine runs that same test on a different quantity, and the backtest later is a test of that assumption.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Five engines, five kinds of dislocation</a:t>
            </a:r>
          </a:p>
        </p:txBody>
      </p:sp>
      <p:graphicFrame>
        <p:nvGraphicFramePr>
          <p:cNvPr id="3" name="Table 2"/>
          <p:cNvGraphicFramePr>
            <a:graphicFrameLocks noGrp="1"/>
          </p:cNvGraphicFramePr>
          <p:nvPr>
            <p:extLst>
              <p:ext uri="{D42A27DB-BD31-4B8C-83A1-F6EECF244321}">
                <p14:modId xmlns:p14="http://schemas.microsoft.com/office/powerpoint/2010/main" val="4111738869"/>
              </p:ext>
            </p:extLst>
          </p:nvPr>
        </p:nvGraphicFramePr>
        <p:xfrm>
          <a:off x="307975" y="1067792"/>
          <a:ext cx="11582400" cy="5132983"/>
        </p:xfrm>
        <a:graphic>
          <a:graphicData uri="http://schemas.openxmlformats.org/drawingml/2006/table">
            <a:tbl>
              <a:tblPr firstRow="1" bandRow="1">
                <a:tableStyleId>{5C22544A-7EE6-4342-B048-85BDC9FD1C3A}</a:tableStyleId>
              </a:tblPr>
              <a:tblGrid>
                <a:gridCol w="200025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752850">
                  <a:extLst>
                    <a:ext uri="{9D8B030D-6E8A-4147-A177-3AD203B41FA5}">
                      <a16:colId xmlns:a16="http://schemas.microsoft.com/office/drawing/2014/main" val="15157621"/>
                    </a:ext>
                  </a:extLst>
                </a:gridCol>
              </a:tblGrid>
              <a:tr h="855497">
                <a:tc>
                  <a:txBody>
                    <a:bodyPr/>
                    <a:lstStyle/>
                    <a:p>
                      <a:r>
                        <a:rPr sz="1400" b="1"/>
                        <a:t>Engine</a:t>
                      </a:r>
                    </a:p>
                  </a:txBody>
                  <a:tcPr/>
                </a:tc>
                <a:tc>
                  <a:txBody>
                    <a:bodyPr/>
                    <a:lstStyle/>
                    <a:p>
                      <a:r>
                        <a:rPr sz="1400" b="1"/>
                        <a:t>What it looks for</a:t>
                      </a:r>
                    </a:p>
                  </a:txBody>
                  <a:tcPr/>
                </a:tc>
                <a:tc>
                  <a:txBody>
                    <a:bodyPr/>
                    <a:lstStyle/>
                    <a:p>
                      <a:r>
                        <a:rPr sz="1400" b="1"/>
                        <a:t>The trade</a:t>
                      </a:r>
                    </a:p>
                  </a:txBody>
                  <a:tcPr/>
                </a:tc>
                <a:tc>
                  <a:txBody>
                    <a:bodyPr/>
                    <a:lstStyle/>
                    <a:p>
                      <a:r>
                        <a:rPr lang="en-US" sz="1400" b="1" dirty="0"/>
                        <a:t>Example</a:t>
                      </a:r>
                    </a:p>
                  </a:txBody>
                  <a:tcPr/>
                </a:tc>
                <a:extLst>
                  <a:ext uri="{0D108BD9-81ED-4DB2-BD59-A6C34878D82A}">
                    <a16:rowId xmlns:a16="http://schemas.microsoft.com/office/drawing/2014/main" val="10000"/>
                  </a:ext>
                </a:extLst>
              </a:tr>
              <a:tr h="855497">
                <a:tc>
                  <a:txBody>
                    <a:bodyPr/>
                    <a:lstStyle/>
                    <a:p>
                      <a:r>
                        <a:rPr sz="1300" b="1"/>
                        <a:t>Vol dispersion</a:t>
                      </a:r>
                    </a:p>
                  </a:txBody>
                  <a:tcPr/>
                </a:tc>
                <a:tc>
                  <a:txBody>
                    <a:bodyPr/>
                    <a:lstStyle/>
                    <a:p>
                      <a:r>
                        <a:rPr sz="1300" b="0"/>
                        <a:t>Two related assets whose vol spread has stretched from its norm</a:t>
                      </a:r>
                    </a:p>
                  </a:txBody>
                  <a:tcPr/>
                </a:tc>
                <a:tc>
                  <a:txBody>
                    <a:bodyPr/>
                    <a:lstStyle/>
                    <a:p>
                      <a:r>
                        <a:rPr sz="1300" b="0"/>
                        <a:t>Sell the expensive vol, buy the cheap one</a:t>
                      </a:r>
                    </a:p>
                  </a:txBody>
                  <a:tcPr/>
                </a:tc>
                <a:tc>
                  <a:txBody>
                    <a:bodyPr/>
                    <a:lstStyle/>
                    <a:p>
                      <a:r>
                        <a:rPr lang="en-US" sz="1300" b="0" dirty="0"/>
                        <a:t>WTI vol rich vs Brent on the same curve point</a:t>
                      </a:r>
                    </a:p>
                  </a:txBody>
                  <a:tcPr/>
                </a:tc>
                <a:extLst>
                  <a:ext uri="{0D108BD9-81ED-4DB2-BD59-A6C34878D82A}">
                    <a16:rowId xmlns:a16="http://schemas.microsoft.com/office/drawing/2014/main" val="10001"/>
                  </a:ext>
                </a:extLst>
              </a:tr>
              <a:tr h="855497">
                <a:tc>
                  <a:txBody>
                    <a:bodyPr/>
                    <a:lstStyle/>
                    <a:p>
                      <a:r>
                        <a:rPr sz="1300" b="1"/>
                        <a:t>Variance risk premium</a:t>
                      </a:r>
                    </a:p>
                  </a:txBody>
                  <a:tcPr/>
                </a:tc>
                <a:tc>
                  <a:txBody>
                    <a:bodyPr/>
                    <a:lstStyle/>
                    <a:p>
                      <a:r>
                        <a:rPr sz="1300" b="0"/>
                        <a:t>Implied vol well above the volatility actually being delivered</a:t>
                      </a:r>
                    </a:p>
                  </a:txBody>
                  <a:tcPr/>
                </a:tc>
                <a:tc>
                  <a:txBody>
                    <a:bodyPr/>
                    <a:lstStyle/>
                    <a:p>
                      <a:r>
                        <a:rPr sz="1300" b="0"/>
                        <a:t>Sell vol and collect the premium</a:t>
                      </a:r>
                    </a:p>
                  </a:txBody>
                  <a:tcPr/>
                </a:tc>
                <a:tc>
                  <a:txBody>
                    <a:bodyPr/>
                    <a:lstStyle/>
                    <a:p>
                      <a:r>
                        <a:rPr lang="en-US" sz="1300" b="0" dirty="0"/>
                        <a:t>Nat gas 30-day implied 45% vs 32% realised</a:t>
                      </a:r>
                    </a:p>
                  </a:txBody>
                  <a:tcPr/>
                </a:tc>
                <a:extLst>
                  <a:ext uri="{0D108BD9-81ED-4DB2-BD59-A6C34878D82A}">
                    <a16:rowId xmlns:a16="http://schemas.microsoft.com/office/drawing/2014/main" val="10002"/>
                  </a:ext>
                </a:extLst>
              </a:tr>
              <a:tr h="855497">
                <a:tc>
                  <a:txBody>
                    <a:bodyPr/>
                    <a:lstStyle/>
                    <a:p>
                      <a:r>
                        <a:rPr sz="1300" b="1"/>
                        <a:t>IV mean-reversion</a:t>
                      </a:r>
                    </a:p>
                  </a:txBody>
                  <a:tcPr/>
                </a:tc>
                <a:tc>
                  <a:txBody>
                    <a:bodyPr/>
                    <a:lstStyle/>
                    <a:p>
                      <a:r>
                        <a:rPr sz="1300" b="0"/>
                        <a:t>Implied vol at the top or bottom of its own 1-year range</a:t>
                      </a:r>
                    </a:p>
                  </a:txBody>
                  <a:tcPr/>
                </a:tc>
                <a:tc>
                  <a:txBody>
                    <a:bodyPr/>
                    <a:lstStyle/>
                    <a:p>
                      <a:r>
                        <a:rPr sz="1300" b="0"/>
                        <a:t>Buy vol when cheap, sell it when rich</a:t>
                      </a:r>
                    </a:p>
                  </a:txBody>
                  <a:tcPr/>
                </a:tc>
                <a:tc>
                  <a:txBody>
                    <a:bodyPr/>
                    <a:lstStyle/>
                    <a:p>
                      <a:r>
                        <a:rPr lang="en-US" sz="1300" b="0" dirty="0"/>
                        <a:t>Gold implied at the low end of its 1-year range</a:t>
                      </a:r>
                    </a:p>
                  </a:txBody>
                  <a:tcPr/>
                </a:tc>
                <a:extLst>
                  <a:ext uri="{0D108BD9-81ED-4DB2-BD59-A6C34878D82A}">
                    <a16:rowId xmlns:a16="http://schemas.microsoft.com/office/drawing/2014/main" val="10003"/>
                  </a:ext>
                </a:extLst>
              </a:tr>
              <a:tr h="855497">
                <a:tc>
                  <a:txBody>
                    <a:bodyPr/>
                    <a:lstStyle/>
                    <a:p>
                      <a:r>
                        <a:rPr sz="1300" b="1"/>
                        <a:t>Correlation RV</a:t>
                      </a:r>
                    </a:p>
                  </a:txBody>
                  <a:tcPr/>
                </a:tc>
                <a:tc>
                  <a:txBody>
                    <a:bodyPr/>
                    <a:lstStyle/>
                    <a:p>
                      <a:r>
                        <a:rPr sz="1300" b="0"/>
                        <a:t>Two assets that normally track, now pulled apart</a:t>
                      </a:r>
                    </a:p>
                  </a:txBody>
                  <a:tcPr/>
                </a:tc>
                <a:tc>
                  <a:txBody>
                    <a:bodyPr/>
                    <a:lstStyle/>
                    <a:p>
                      <a:r>
                        <a:rPr sz="1300" b="0"/>
                        <a:t>Buy the laggard, sell the outperformer</a:t>
                      </a:r>
                    </a:p>
                  </a:txBody>
                  <a:tcPr/>
                </a:tc>
                <a:tc>
                  <a:txBody>
                    <a:bodyPr/>
                    <a:lstStyle/>
                    <a:p>
                      <a:r>
                        <a:rPr lang="en-US" sz="1300" b="0" dirty="0"/>
                        <a:t>Silver drifts from gold after a shared macro move</a:t>
                      </a:r>
                    </a:p>
                  </a:txBody>
                  <a:tcPr/>
                </a:tc>
                <a:extLst>
                  <a:ext uri="{0D108BD9-81ED-4DB2-BD59-A6C34878D82A}">
                    <a16:rowId xmlns:a16="http://schemas.microsoft.com/office/drawing/2014/main" val="10004"/>
                  </a:ext>
                </a:extLst>
              </a:tr>
              <a:tr h="855498">
                <a:tc>
                  <a:txBody>
                    <a:bodyPr/>
                    <a:lstStyle/>
                    <a:p>
                      <a:r>
                        <a:rPr sz="1300" b="1"/>
                        <a:t>Lead-lag catch-up</a:t>
                      </a:r>
                    </a:p>
                  </a:txBody>
                  <a:tcPr/>
                </a:tc>
                <a:tc>
                  <a:txBody>
                    <a:bodyPr/>
                    <a:lstStyle/>
                    <a:p>
                      <a:r>
                        <a:rPr sz="1300" b="0"/>
                        <a:t>One asset that reliably moves a few days before another</a:t>
                      </a:r>
                    </a:p>
                  </a:txBody>
                  <a:tcPr/>
                </a:tc>
                <a:tc>
                  <a:txBody>
                    <a:bodyPr/>
                    <a:lstStyle/>
                    <a:p>
                      <a:r>
                        <a:rPr sz="1300" b="0"/>
                        <a:t>Trade the follower in the leader's direction</a:t>
                      </a:r>
                    </a:p>
                  </a:txBody>
                  <a:tcPr/>
                </a:tc>
                <a:tc>
                  <a:txBody>
                    <a:bodyPr/>
                    <a:lstStyle/>
                    <a:p>
                      <a:r>
                        <a:rPr lang="en-US" sz="1300" b="0" dirty="0"/>
                        <a:t>Crude moves; gasoline follows 2-3 days later</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34844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supporting views</a:t>
            </a:r>
          </a:p>
        </p:txBody>
      </p:sp>
      <p:sp>
        <p:nvSpPr>
          <p:cNvPr id="3" name="Text Placeholder 2"/>
          <p:cNvSpPr>
            <a:spLocks noGrp="1"/>
          </p:cNvSpPr>
          <p:nvPr>
            <p:ph type="body" sz="half" idx="2"/>
          </p:nvPr>
        </p:nvSpPr>
        <p:spPr/>
        <p:txBody>
          <a:bodyPr wrap="square"/>
          <a:lstStyle/>
          <a:p>
            <a:r>
              <a:rPr b="0"/>
              <a:t>Vol Monitor ranks every asset by implied vol, realized vol and the gap between them, with a data-quality flag so a stale option mark cannot pass as a signal.
Correlation &amp; Pairs shows how tightly two assets move together, whether that link is stretched right now, and which of the two moves first.</a:t>
            </a:r>
          </a:p>
        </p:txBody>
      </p:sp>
      <p:sp>
        <p:nvSpPr>
          <p:cNvPr id="4" name="Picture Placeholder 3"/>
          <p:cNvSpPr>
            <a:spLocks noGrp="1"/>
          </p:cNvSpPr>
          <p:nvPr>
            <p:ph type="pic" sz="quarter" idx="13"/>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 tested whether any of it works</a:t>
            </a:r>
          </a:p>
        </p:txBody>
      </p:sp>
      <p:sp>
        <p:nvSpPr>
          <p:cNvPr id="3" name="Content Placeholder 2"/>
          <p:cNvSpPr>
            <a:spLocks noGrp="1"/>
          </p:cNvSpPr>
          <p:nvPr>
            <p:ph idx="1"/>
          </p:nvPr>
        </p:nvSpPr>
        <p:spPr/>
        <p:txBody>
          <a:bodyPr wrap="square"/>
          <a:lstStyle/>
          <a:p>
            <a:r>
              <a:rPr sz="1500" b="1"/>
              <a:t>Replay a year, one week at a time</a:t>
            </a:r>
          </a:p>
          <a:p>
            <a:r>
              <a:rPr sz="1500" b="0"/>
              <a:t>52 replays. At each date the data is rewound and the dashboard's own code runs again, so the signals being graded are the ones it would really have printed. It cannot see past the replay date.</a:t>
            </a:r>
          </a:p>
          <a:p>
            <a:r>
              <a:rPr sz="1500" b="1"/>
              <a:t>Grade every signal, all 1,970 of them</a:t>
            </a:r>
          </a:p>
          <a:p>
            <a:r>
              <a:rPr sz="1500" b="0"/>
              <a:t>Not a hand-picked few. One unit per trade, no sizing, marked from the close on the signal date to the close five days later.</a:t>
            </a:r>
          </a:p>
          <a:p>
            <a:r>
              <a:rPr sz="1500" b="1"/>
              <a:t>Compare each one against doing nothing</a:t>
            </a:r>
          </a:p>
          <a:p>
            <a:r>
              <a:rPr sz="1500" b="0"/>
              <a:t>A win rate on its own proves nothing. So each trade is also scored as if it had been taken on every date in the year. That is the baseline, and the gap to it is the only number I would call an edge.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of the five engines beat doing nothing</a:t>
            </a:r>
          </a:p>
        </p:txBody>
      </p:sp>
      <p:pic>
        <p:nvPicPr>
          <p:cNvPr id="3" name="Picture 2" descr="engines.png"/>
          <p:cNvPicPr>
            <a:picLocks noChangeAspect="1"/>
          </p:cNvPicPr>
          <p:nvPr/>
        </p:nvPicPr>
        <p:blipFill>
          <a:blip r:embed="rId3"/>
          <a:stretch>
            <a:fillRect/>
          </a:stretch>
        </p:blipFill>
        <p:spPr>
          <a:xfrm>
            <a:off x="307975" y="1668697"/>
            <a:ext cx="11576050" cy="3931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is in agriculture, and in liquid options</a:t>
            </a:r>
          </a:p>
        </p:txBody>
      </p:sp>
      <p:pic>
        <p:nvPicPr>
          <p:cNvPr id="3" name="Picture 2" descr="edge_lives.png"/>
          <p:cNvPicPr>
            <a:picLocks noChangeAspect="1"/>
          </p:cNvPicPr>
          <p:nvPr/>
        </p:nvPicPr>
        <p:blipFill>
          <a:blip r:embed="rId3"/>
          <a:srcRect r="41780"/>
          <a:stretch>
            <a:fillRect/>
          </a:stretch>
        </p:blipFill>
        <p:spPr>
          <a:xfrm>
            <a:off x="304800" y="1206500"/>
            <a:ext cx="8369300" cy="4889500"/>
          </a:xfrm>
          <a:prstGeom prst="rect">
            <a:avLst/>
          </a:prstGeom>
        </p:spPr>
      </p:pic>
    </p:spTree>
    <p:extLst>
      <p:ext uri="{BB962C8B-B14F-4D97-AF65-F5344CB8AC3E}">
        <p14:creationId xmlns:p14="http://schemas.microsoft.com/office/powerpoint/2010/main" val="11660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Vol dispersion travels; lead-lag does not</a:t>
            </a:r>
          </a:p>
        </p:txBody>
      </p:sp>
      <p:pic>
        <p:nvPicPr>
          <p:cNvPr id="3" name="Picture 2" descr="grid.png"/>
          <p:cNvPicPr>
            <a:picLocks noChangeAspect="1"/>
          </p:cNvPicPr>
          <p:nvPr/>
        </p:nvPicPr>
        <p:blipFill>
          <a:blip r:embed="rId3"/>
          <a:stretch>
            <a:fillRect/>
          </a:stretch>
        </p:blipFill>
        <p:spPr>
          <a:xfrm>
            <a:off x="307975" y="1710518"/>
            <a:ext cx="11576050" cy="38475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 win rate means nothing until you know the baseline</a:t>
            </a:r>
          </a:p>
        </p:txBody>
      </p:sp>
      <p:sp>
        <p:nvSpPr>
          <p:cNvPr id="3" name="Content Placeholder 2"/>
          <p:cNvSpPr>
            <a:spLocks noGrp="1"/>
          </p:cNvSpPr>
          <p:nvPr>
            <p:ph idx="1"/>
          </p:nvPr>
        </p:nvSpPr>
        <p:spPr/>
        <p:txBody>
          <a:bodyPr wrap="square"/>
          <a:lstStyle/>
          <a:p>
            <a:r>
              <a:rPr sz="1500" b="1"/>
              <a:t>What I would change</a:t>
            </a:r>
          </a:p>
          <a:p>
            <a:r>
              <a:rPr sz="1500" b="0"/>
              <a:t>The confidence score does not pick winners. Inside an engine its correlation with whether the trade worked is -0.002, and the less confident half did better. Rebuild it as the gap to a base rate rather than a raw hit rate.</a:t>
            </a:r>
          </a:p>
          <a:p>
            <a:r>
              <a:rPr sz="1500" b="0"/>
              <a:t>Keep vol dispersion, which is the only engine that works across markets. Rework correlation RV and lead-lag rather than trusting their averages.</a:t>
            </a:r>
          </a:p>
          <a:p>
            <a:r>
              <a:rPr sz="1500" b="0"/>
              <a:t>Show every signal against its baseline in the dashboard, not only in the backtest.</a:t>
            </a:r>
          </a:p>
        </p:txBody>
      </p:sp>
      <p:sp>
        <p:nvSpPr>
          <p:cNvPr id="4" name="Content Placeholder 3"/>
          <p:cNvSpPr>
            <a:spLocks noGrp="1"/>
          </p:cNvSpPr>
          <p:nvPr>
            <p:ph sz="quarter" idx="13"/>
          </p:nvPr>
        </p:nvSpPr>
        <p:spPr/>
        <p:txBody>
          <a:bodyPr wrap="square"/>
          <a:lstStyle/>
          <a:p>
            <a:r>
              <a:rPr sz="1500" b="1"/>
              <a:t>What this does not prove</a:t>
            </a:r>
          </a:p>
          <a:p>
            <a:r>
              <a:rPr sz="1500" b="0"/>
              <a:t>No costs, no sizing, no option greeks. This measures direction, not profit.</a:t>
            </a:r>
          </a:p>
          <a:p>
            <a:r>
              <a:rPr sz="1500" b="0"/>
              <a:t>A setup that stays extreme for weeks gets recorded at every replay, so the trades are not independent and the real sample is smaller than 1,970.</a:t>
            </a:r>
          </a:p>
          <a:p>
            <a:r>
              <a:rPr sz="1500" b="0"/>
              <a:t>One year, one universe, one set of parameters.</a:t>
            </a:r>
          </a:p>
          <a:p>
            <a:r>
              <a:rPr sz="1500" b="0"/>
              <a:t>26 assets tested, so some of the per-asset results are luck.</a:t>
            </a:r>
          </a:p>
        </p:txBody>
      </p:sp>
    </p:spTree>
  </p:cSld>
  <p:clrMapOvr>
    <a:masterClrMapping/>
  </p:clrMapOvr>
</p:sld>
</file>

<file path=ppt/theme/theme1.xml><?xml version="1.0" encoding="utf-8"?>
<a:theme xmlns:a="http://schemas.openxmlformats.org/drawingml/2006/main" name="SC Title Slide Templates">
  <a:themeElements>
    <a:clrScheme name="Standard Chartered">
      <a:dk1>
        <a:srgbClr val="525355"/>
      </a:dk1>
      <a:lt1>
        <a:srgbClr val="FFFFFF"/>
      </a:lt1>
      <a:dk2>
        <a:srgbClr val="020B43"/>
      </a:dk2>
      <a:lt2>
        <a:srgbClr val="FFFFFF"/>
      </a:lt2>
      <a:accent1>
        <a:srgbClr val="38D200"/>
      </a:accent1>
      <a:accent2>
        <a:srgbClr val="0473EA"/>
      </a:accent2>
      <a:accent3>
        <a:srgbClr val="92E773"/>
      </a:accent3>
      <a:accent4>
        <a:srgbClr val="7BB6F5"/>
      </a:accent4>
      <a:accent5>
        <a:srgbClr val="CDF4BF"/>
      </a:accent5>
      <a:accent6>
        <a:srgbClr val="C3DEFA"/>
      </a:accent6>
      <a:hlink>
        <a:srgbClr val="0473EA"/>
      </a:hlink>
      <a:folHlink>
        <a:srgbClr val="38D200"/>
      </a:folHlink>
    </a:clrScheme>
    <a:fontScheme name="SC Template">
      <a:majorFont>
        <a:latin typeface="SC Prosper Sans Light"/>
        <a:ea typeface=""/>
        <a:cs typeface=""/>
      </a:majorFont>
      <a:minorFont>
        <a:latin typeface="SC Prosp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001E8C">
      <a:srgbClr val="001E8C"/>
    </a:custClr>
    <a:custClr name=" #0473EA">
      <a:srgbClr val="0473EA"/>
    </a:custClr>
    <a:custClr name="#52DAFF">
      <a:srgbClr val="52DAFF"/>
    </a:custClr>
    <a:custClr name="#82F028">
      <a:srgbClr val="82F028"/>
    </a:custClr>
    <a:custClr name="#FFFFFF">
      <a:srgbClr val="FFFFFF"/>
    </a:custClr>
    <a:custClr name="#D4D4D4">
      <a:srgbClr val="D4D4D4"/>
    </a:custClr>
    <a:custClr name="#05561C">
      <a:srgbClr val="05561C"/>
    </a:custClr>
    <a:custClr name="#38D200">
      <a:srgbClr val="38D200"/>
    </a:custClr>
    <a:custClr name="#7D17F2">
      <a:srgbClr val="7D17F2"/>
    </a:custClr>
    <a:custClr name="#F98764">
      <a:srgbClr val="F98764"/>
    </a:custClr>
    <a:custClr name="#D50000">
      <a:srgbClr val="D50000"/>
    </a:custClr>
    <a:custClr name="#FFC120">
      <a:srgbClr val="FFC120"/>
    </a:custClr>
  </a:custClrLst>
  <a:extLst>
    <a:ext uri="{05A4C25C-085E-4340-85A3-A5531E510DB2}">
      <thm15:themeFamily xmlns:thm15="http://schemas.microsoft.com/office/thememl/2012/main" name="Standard Chartered Title" id="{9353D10E-2F68-4194-A3CE-76361FF0FE0B}" vid="{1327589E-4A03-4D4A-A41E-9D6263E9EAB3}"/>
    </a:ext>
  </a:extLst>
</a:theme>
</file>

<file path=ppt/theme/theme2.xml><?xml version="1.0" encoding="utf-8"?>
<a:theme xmlns:a="http://schemas.openxmlformats.org/drawingml/2006/main" name="SC Content Slide Templates">
  <a:themeElements>
    <a:clrScheme name="Standard Chartered">
      <a:dk1>
        <a:srgbClr val="525355"/>
      </a:dk1>
      <a:lt1>
        <a:srgbClr val="FFFFFF"/>
      </a:lt1>
      <a:dk2>
        <a:srgbClr val="020B43"/>
      </a:dk2>
      <a:lt2>
        <a:srgbClr val="FFFFFF"/>
      </a:lt2>
      <a:accent1>
        <a:srgbClr val="38D200"/>
      </a:accent1>
      <a:accent2>
        <a:srgbClr val="0473EA"/>
      </a:accent2>
      <a:accent3>
        <a:srgbClr val="92E773"/>
      </a:accent3>
      <a:accent4>
        <a:srgbClr val="7BB6F5"/>
      </a:accent4>
      <a:accent5>
        <a:srgbClr val="CDF4BF"/>
      </a:accent5>
      <a:accent6>
        <a:srgbClr val="C3DEFA"/>
      </a:accent6>
      <a:hlink>
        <a:srgbClr val="0473EA"/>
      </a:hlink>
      <a:folHlink>
        <a:srgbClr val="38D200"/>
      </a:folHlink>
    </a:clrScheme>
    <a:fontScheme name="SC Template">
      <a:majorFont>
        <a:latin typeface="SC Prosper Sans Light"/>
        <a:ea typeface=""/>
        <a:cs typeface=""/>
      </a:majorFont>
      <a:minorFont>
        <a:latin typeface="SC Prosp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001E8C">
      <a:srgbClr val="001E8C"/>
    </a:custClr>
    <a:custClr name="#0473EA">
      <a:srgbClr val="0473EA"/>
    </a:custClr>
    <a:custClr name="?#52DAFF">
      <a:srgbClr val="52DAFF"/>
    </a:custClr>
    <a:custClr name="#82F028">
      <a:srgbClr val="82F028"/>
    </a:custClr>
    <a:custClr name="#FFFFFF">
      <a:srgbClr val="FFFFFF"/>
    </a:custClr>
    <a:custClr name="#D4D4D4">
      <a:srgbClr val="D4D4D4"/>
    </a:custClr>
    <a:custClr name="#05561C">
      <a:srgbClr val="05561C"/>
    </a:custClr>
    <a:custClr name="#38D200">
      <a:srgbClr val="38D200"/>
    </a:custClr>
    <a:custClr name="#7D17F2">
      <a:srgbClr val="7D17F2"/>
    </a:custClr>
    <a:custClr name="#F98764">
      <a:srgbClr val="F98764"/>
    </a:custClr>
    <a:custClr name="#D50000">
      <a:srgbClr val="D50000"/>
    </a:custClr>
    <a:custClr name="#FFC120">
      <a:srgbClr val="FFC120"/>
    </a:custClr>
  </a:custClrLst>
  <a:extLst>
    <a:ext uri="{05A4C25C-085E-4340-85A3-A5531E510DB2}">
      <thm15:themeFamily xmlns:thm15="http://schemas.microsoft.com/office/thememl/2012/main" name="Standard Chartered Content" id="{E8EEDC68-0DE2-432F-A424-68FDCC3A4CCA}" vid="{BE3FB360-82AB-4E7E-AFC2-0C2CC96F31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D96A241-8DB6-4FAF-BE8B-9C55465B6209}">
  <we:reference id="wa200010001" version="1.0.0.1" store="en-US" storeType="OMEX"/>
  <we:alternateReferences>
    <we:reference id="WA200010001" version="1.0.0.1" store="" storeType="OMEX"/>
  </we:alternateReferences>
  <we:properties>
    <we:property name="claude.fileId" value="&quot;aac3d409-6c29-4e9d-8773-626802d3e01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50B391E1EC0D4C99EF5B2A104DE383" ma:contentTypeVersion="64" ma:contentTypeDescription="Create a new document." ma:contentTypeScope="" ma:versionID="bddf16f87323093d4d2936e25fc00b26">
  <xsd:schema xmlns:xsd="http://www.w3.org/2001/XMLSchema" xmlns:xs="http://www.w3.org/2001/XMLSchema" xmlns:p="http://schemas.microsoft.com/office/2006/metadata/properties" xmlns:ns2="b930c0d3-ad7c-4118-80fa-f26975bc6a90" xmlns:ns3="eee81c87-dba0-445d-8d27-e7c1c1ff0015" targetNamespace="http://schemas.microsoft.com/office/2006/metadata/properties" ma:root="true" ma:fieldsID="c679ea77ee925827f6de371f4180eff4" ns2:_="" ns3:_="">
    <xsd:import namespace="b930c0d3-ad7c-4118-80fa-f26975bc6a90"/>
    <xsd:import namespace="eee81c87-dba0-445d-8d27-e7c1c1ff001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OCR" minOccurs="0"/>
                <xsd:element ref="ns2:lcf76f155ced4ddcb4097134ff3c332f" minOccurs="0"/>
                <xsd:element ref="ns3:TaxCatchAll" minOccurs="0"/>
                <xsd:element ref="ns2:MediaServiceAutoKeyPoints" minOccurs="0"/>
                <xsd:element ref="ns2:MediaServiceKeyPoints" minOccurs="0"/>
                <xsd:element ref="ns2:MediaServiceLocation" minOccurs="0"/>
                <xsd:element ref="ns2:MediaServiceObjectDetectorVersions" minOccurs="0"/>
                <xsd:element ref="ns2:MediaServiceSearchProperties" minOccurs="0"/>
                <xsd:element ref="ns2:ArchiverLinkFile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30c0d3-ad7c-4118-80fa-f26975bc6a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60299b0d-7c8d-483c-881b-d84e0250e4ec" ma:termSetId="09814cd3-568e-fe90-9814-8d621ff8fb84" ma:anchorId="fba54fb3-c3e1-fe81-a776-ca4b69148c4d" ma:open="true" ma:isKeyword="false">
      <xsd:complexType>
        <xsd:sequence>
          <xsd:element ref="pc:Terms" minOccurs="0" maxOccurs="1"/>
        </xsd:sequence>
      </xsd:complex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rLinkFileType" ma:index="26" nillable="true" ma:displayName="ArchiverLinkFileType" ma:hidden="true" ma:internalName="ArchiverLinkFileTyp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e81c87-dba0-445d-8d27-e7c1c1ff001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f9656fb-08f2-4985-8188-ee0e5b8508c6}" ma:internalName="TaxCatchAll" ma:showField="CatchAllData" ma:web="eee81c87-dba0-445d-8d27-e7c1c1ff00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30c0d3-ad7c-4118-80fa-f26975bc6a90">
      <Terms xmlns="http://schemas.microsoft.com/office/infopath/2007/PartnerControls"/>
    </lcf76f155ced4ddcb4097134ff3c332f>
    <TaxCatchAll xmlns="eee81c87-dba0-445d-8d27-e7c1c1ff0015" xsi:nil="true"/>
    <ArchiverLinkFileType xmlns="b930c0d3-ad7c-4118-80fa-f26975bc6a90" xsi:nil="true"/>
  </documentManagement>
</p:properties>
</file>

<file path=customXml/itemProps1.xml><?xml version="1.0" encoding="utf-8"?>
<ds:datastoreItem xmlns:ds="http://schemas.openxmlformats.org/officeDocument/2006/customXml" ds:itemID="{5AB29F8C-D1CA-439F-960C-D839AAAE16BC}">
  <ds:schemaRefs>
    <ds:schemaRef ds:uri="b930c0d3-ad7c-4118-80fa-f26975bc6a90"/>
    <ds:schemaRef ds:uri="eee81c87-dba0-445d-8d27-e7c1c1ff00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9B7CAF1-5954-4AF6-8290-F35C8A6C5405}">
  <ds:schemaRefs>
    <ds:schemaRef ds:uri="http://schemas.microsoft.com/sharepoint/v3/contenttype/forms"/>
  </ds:schemaRefs>
</ds:datastoreItem>
</file>

<file path=customXml/itemProps3.xml><?xml version="1.0" encoding="utf-8"?>
<ds:datastoreItem xmlns:ds="http://schemas.openxmlformats.org/officeDocument/2006/customXml" ds:itemID="{6441B044-B05D-4453-9A34-23BC89A8FB66}">
  <ds:schemaRefs>
    <ds:schemaRef ds:uri="http://schemas.microsoft.com/office/infopath/2007/PartnerControls"/>
    <ds:schemaRef ds:uri="http://schemas.microsoft.com/office/2006/metadata/properties"/>
    <ds:schemaRef ds:uri="b930c0d3-ad7c-4118-80fa-f26975bc6a90"/>
    <ds:schemaRef ds:uri="http://purl.org/dc/dcmitype/"/>
    <ds:schemaRef ds:uri="http://schemas.microsoft.com/office/2006/documentManagement/types"/>
    <ds:schemaRef ds:uri="http://purl.org/dc/terms/"/>
    <ds:schemaRef ds:uri="http://www.w3.org/XML/1998/namespace"/>
    <ds:schemaRef ds:uri="http://schemas.openxmlformats.org/package/2006/metadata/core-properties"/>
    <ds:schemaRef ds:uri="eee81c87-dba0-445d-8d27-e7c1c1ff0015"/>
    <ds:schemaRef ds:uri="http://purl.org/dc/elements/1.1/"/>
  </ds:schemaRefs>
</ds:datastoreItem>
</file>

<file path=docMetadata/LabelInfo.xml><?xml version="1.0" encoding="utf-8"?>
<clbl:labelList xmlns:clbl="http://schemas.microsoft.com/office/2020/mipLabelMetadata">
  <clbl:label id="{020167fd-71ba-48c5-9e95-6cc2301971fa}" enabled="1" method="Standard" siteId="{b44900f1-2def-4c3b-9ec6-9020d604e19e}" removed="0"/>
</clbl:labelList>
</file>

<file path=docProps/app.xml><?xml version="1.0" encoding="utf-8"?>
<Properties xmlns="http://schemas.openxmlformats.org/officeDocument/2006/extended-properties" xmlns:vt="http://schemas.openxmlformats.org/officeDocument/2006/docPropsVTypes">
  <Template/>
  <TotalTime>241</TotalTime>
  <Words>2600</Words>
  <Application>Microsoft Office PowerPoint</Application>
  <PresentationFormat>Widescreen</PresentationFormat>
  <Paragraphs>197</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Aptos</vt:lpstr>
      <vt:lpstr>Arial</vt:lpstr>
      <vt:lpstr>SC Prosper Sans</vt:lpstr>
      <vt:lpstr>SC Prosper Sans Light</vt:lpstr>
      <vt:lpstr>SC Title Slide Templates</vt:lpstr>
      <vt:lpstr>SC Content Slide Templates</vt:lpstr>
      <vt:lpstr>Commodities Vol &amp; Relative-Value Dashboard</vt:lpstr>
      <vt:lpstr>What I built</vt:lpstr>
      <vt:lpstr>Every engine asks the same question</vt:lpstr>
      <vt:lpstr>Five engines, five kinds of dislocation</vt:lpstr>
      <vt:lpstr>Two supporting views</vt:lpstr>
      <vt:lpstr>How I tested whether any of it works</vt:lpstr>
      <vt:lpstr>Three of the five engines beat doing nothing</vt:lpstr>
      <vt:lpstr>The edge is in agriculture, and in liquid options</vt:lpstr>
      <vt:lpstr>Vol dispersion travels; lead-lag does not</vt:lpstr>
      <vt:lpstr>A win rate means nothing until you know the baseline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Standard  Chartered brand</dc:title>
  <dc:creator>Kartik Kotian</dc:creator>
  <cp:lastModifiedBy>Hassan Kanji</cp:lastModifiedBy>
  <cp:revision>4</cp:revision>
  <dcterms:created xsi:type="dcterms:W3CDTF">2025-05-15T06:48:07Z</dcterms:created>
  <dcterms:modified xsi:type="dcterms:W3CDTF">2026-08-10T01:25:57Z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0x010100E950B391E1EC0D4C99EF5B2A104DE383</vt:lpwstr>
  </property>
  <property fmtid="{D5CDD505-2E9C-101B-9397-08002B2CF9AE}" pid="3" name="MediaServiceImageTags">
    <vt:lpwstr/>
  </property>
  <property fmtid="{D5CDD505-2E9C-101B-9397-08002B2CF9AE}" pid="4" name="ClassificationContentMarkingHeaderLocations">
    <vt:lpwstr>SC Title Slide Templates:6\SC Content Slide Templates:9</vt:lpwstr>
  </property>
  <property fmtid="{D5CDD505-2E9C-101B-9397-08002B2CF9AE}" pid="5" name="ClassificationContentMarkingHeaderText">
    <vt:lpwstr>INTERNAL</vt:lpwstr>
  </property>
</Properties>
</file>